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media/image4.svg" ContentType="image/svg+xml"/>
  <Override PartName="/ppt/media/image6.svg" ContentType="image/svg+xml"/>
  <Override PartName="/ppt/media/image8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7" r:id="rId4"/>
    <p:sldId id="268" r:id="rId5"/>
    <p:sldId id="269" r:id="rId6"/>
    <p:sldId id="271" r:id="rId7"/>
    <p:sldId id="272" r:id="rId8"/>
    <p:sldId id="273" r:id="rId9"/>
    <p:sldId id="274" r:id="rId10"/>
    <p:sldId id="275" r:id="rId11"/>
    <p:sldId id="276" r:id="rId12"/>
    <p:sldId id="27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B47AFA0-CB49-4F89-83AE-4C6B30DD508D}" v="120" dt="2026-01-11T10:05:11.76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2" d="100"/>
          <a:sy n="102" d="100"/>
        </p:scale>
        <p:origin x="967" y="6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microsoft.com/office/2016/11/relationships/changesInfo" Target="changesInfos/changesInfo1.xml"/><Relationship Id="rId1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i Alshammari" userId="4f974268-3c7f-4197-a98a-371198480936" providerId="ADAL" clId="{5E71A105-2FD3-4CB5-93C1-7E936E5CFD91}"/>
    <pc:docChg chg="undo custSel addSld delSld modSld">
      <pc:chgData name="Sami Alshammari" userId="4f974268-3c7f-4197-a98a-371198480936" providerId="ADAL" clId="{5E71A105-2FD3-4CB5-93C1-7E936E5CFD91}" dt="2026-01-11T10:05:11.761" v="913"/>
      <pc:docMkLst>
        <pc:docMk/>
      </pc:docMkLst>
      <pc:sldChg chg="addSp delSp modSp mod setBg">
        <pc:chgData name="Sami Alshammari" userId="4f974268-3c7f-4197-a98a-371198480936" providerId="ADAL" clId="{5E71A105-2FD3-4CB5-93C1-7E936E5CFD91}" dt="2026-01-11T08:26:12.044" v="220" actId="14100"/>
        <pc:sldMkLst>
          <pc:docMk/>
          <pc:sldMk cId="0" sldId="256"/>
        </pc:sldMkLst>
        <pc:spChg chg="mod">
          <ac:chgData name="Sami Alshammari" userId="4f974268-3c7f-4197-a98a-371198480936" providerId="ADAL" clId="{5E71A105-2FD3-4CB5-93C1-7E936E5CFD91}" dt="2026-01-11T08:21:33.704" v="164" actId="1076"/>
          <ac:spMkLst>
            <pc:docMk/>
            <pc:sldMk cId="0" sldId="256"/>
            <ac:spMk id="2" creationId="{00000000-0000-0000-0000-000000000000}"/>
          </ac:spMkLst>
        </pc:spChg>
        <pc:spChg chg="mod">
          <ac:chgData name="Sami Alshammari" userId="4f974268-3c7f-4197-a98a-371198480936" providerId="ADAL" clId="{5E71A105-2FD3-4CB5-93C1-7E936E5CFD91}" dt="2026-01-11T08:25:54.104" v="216" actId="1076"/>
          <ac:spMkLst>
            <pc:docMk/>
            <pc:sldMk cId="0" sldId="256"/>
            <ac:spMk id="3" creationId="{00000000-0000-0000-0000-000000000000}"/>
          </ac:spMkLst>
        </pc:spChg>
        <pc:spChg chg="add del mod">
          <ac:chgData name="Sami Alshammari" userId="4f974268-3c7f-4197-a98a-371198480936" providerId="ADAL" clId="{5E71A105-2FD3-4CB5-93C1-7E936E5CFD91}" dt="2026-01-11T08:25:09.387" v="207"/>
          <ac:spMkLst>
            <pc:docMk/>
            <pc:sldMk cId="0" sldId="256"/>
            <ac:spMk id="8" creationId="{8BEAB673-1B3F-4719-4685-834776BE9133}"/>
          </ac:spMkLst>
        </pc:spChg>
        <pc:spChg chg="add">
          <ac:chgData name="Sami Alshammari" userId="4f974268-3c7f-4197-a98a-371198480936" providerId="ADAL" clId="{5E71A105-2FD3-4CB5-93C1-7E936E5CFD91}" dt="2026-01-11T08:20:53.571" v="149" actId="26606"/>
          <ac:spMkLst>
            <pc:docMk/>
            <pc:sldMk cId="0" sldId="256"/>
            <ac:spMk id="11" creationId="{A134706B-150F-487B-B4FB-34C10219C72F}"/>
          </ac:spMkLst>
        </pc:spChg>
        <pc:spChg chg="add">
          <ac:chgData name="Sami Alshammari" userId="4f974268-3c7f-4197-a98a-371198480936" providerId="ADAL" clId="{5E71A105-2FD3-4CB5-93C1-7E936E5CFD91}" dt="2026-01-11T08:20:53.571" v="149" actId="26606"/>
          <ac:spMkLst>
            <pc:docMk/>
            <pc:sldMk cId="0" sldId="256"/>
            <ac:spMk id="13" creationId="{25FD23E7-C75D-4AFA-A4D4-BE5558110941}"/>
          </ac:spMkLst>
        </pc:spChg>
        <pc:spChg chg="add">
          <ac:chgData name="Sami Alshammari" userId="4f974268-3c7f-4197-a98a-371198480936" providerId="ADAL" clId="{5E71A105-2FD3-4CB5-93C1-7E936E5CFD91}" dt="2026-01-11T08:20:53.571" v="149" actId="26606"/>
          <ac:spMkLst>
            <pc:docMk/>
            <pc:sldMk cId="0" sldId="256"/>
            <ac:spMk id="15" creationId="{D6705569-F545-4F47-A260-A9202826EA20}"/>
          </ac:spMkLst>
        </pc:spChg>
        <pc:picChg chg="mod">
          <ac:chgData name="Sami Alshammari" userId="4f974268-3c7f-4197-a98a-371198480936" providerId="ADAL" clId="{5E71A105-2FD3-4CB5-93C1-7E936E5CFD91}" dt="2026-01-11T08:26:12.044" v="220" actId="14100"/>
          <ac:picMkLst>
            <pc:docMk/>
            <pc:sldMk cId="0" sldId="256"/>
            <ac:picMk id="4" creationId="{00000000-0000-0000-0000-000000000000}"/>
          </ac:picMkLst>
        </pc:picChg>
        <pc:picChg chg="add mod">
          <ac:chgData name="Sami Alshammari" userId="4f974268-3c7f-4197-a98a-371198480936" providerId="ADAL" clId="{5E71A105-2FD3-4CB5-93C1-7E936E5CFD91}" dt="2026-01-11T08:19:27.665" v="137"/>
          <ac:picMkLst>
            <pc:docMk/>
            <pc:sldMk cId="0" sldId="256"/>
            <ac:picMk id="5" creationId="{BC651D2B-7A05-183A-229F-861D16D9744E}"/>
          </ac:picMkLst>
        </pc:picChg>
        <pc:picChg chg="add mod">
          <ac:chgData name="Sami Alshammari" userId="4f974268-3c7f-4197-a98a-371198480936" providerId="ADAL" clId="{5E71A105-2FD3-4CB5-93C1-7E936E5CFD91}" dt="2026-01-11T08:20:24.655" v="146" actId="1440"/>
          <ac:picMkLst>
            <pc:docMk/>
            <pc:sldMk cId="0" sldId="256"/>
            <ac:picMk id="6" creationId="{DFA8A2A2-ED3A-EE36-2F85-0C032EACC60B}"/>
          </ac:picMkLst>
        </pc:picChg>
      </pc:sldChg>
      <pc:sldChg chg="addSp delSp modSp mod setBg">
        <pc:chgData name="Sami Alshammari" userId="4f974268-3c7f-4197-a98a-371198480936" providerId="ADAL" clId="{5E71A105-2FD3-4CB5-93C1-7E936E5CFD91}" dt="2026-01-11T08:32:59.938" v="291" actId="404"/>
        <pc:sldMkLst>
          <pc:docMk/>
          <pc:sldMk cId="0" sldId="257"/>
        </pc:sldMkLst>
        <pc:spChg chg="mod">
          <ac:chgData name="Sami Alshammari" userId="4f974268-3c7f-4197-a98a-371198480936" providerId="ADAL" clId="{5E71A105-2FD3-4CB5-93C1-7E936E5CFD91}" dt="2026-01-11T08:29:37.134" v="248" actId="26606"/>
          <ac:spMkLst>
            <pc:docMk/>
            <pc:sldMk cId="0" sldId="257"/>
            <ac:spMk id="2" creationId="{00000000-0000-0000-0000-000000000000}"/>
          </ac:spMkLst>
        </pc:spChg>
        <pc:spChg chg="del mod">
          <ac:chgData name="Sami Alshammari" userId="4f974268-3c7f-4197-a98a-371198480936" providerId="ADAL" clId="{5E71A105-2FD3-4CB5-93C1-7E936E5CFD91}" dt="2026-01-11T08:29:50.449" v="249" actId="478"/>
          <ac:spMkLst>
            <pc:docMk/>
            <pc:sldMk cId="0" sldId="257"/>
            <ac:spMk id="4" creationId="{00000000-0000-0000-0000-000000000000}"/>
          </ac:spMkLst>
        </pc:spChg>
        <pc:spChg chg="add mod">
          <ac:chgData name="Sami Alshammari" userId="4f974268-3c7f-4197-a98a-371198480936" providerId="ADAL" clId="{5E71A105-2FD3-4CB5-93C1-7E936E5CFD91}" dt="2026-01-11T08:32:59.938" v="291" actId="404"/>
          <ac:spMkLst>
            <pc:docMk/>
            <pc:sldMk cId="0" sldId="257"/>
            <ac:spMk id="7" creationId="{A70A8A2A-DDE3-93A3-E8B1-801C8DBFC36F}"/>
          </ac:spMkLst>
        </pc:spChg>
        <pc:spChg chg="add del">
          <ac:chgData name="Sami Alshammari" userId="4f974268-3c7f-4197-a98a-371198480936" providerId="ADAL" clId="{5E71A105-2FD3-4CB5-93C1-7E936E5CFD91}" dt="2026-01-11T08:29:37.134" v="248" actId="26606"/>
          <ac:spMkLst>
            <pc:docMk/>
            <pc:sldMk cId="0" sldId="257"/>
            <ac:spMk id="14" creationId="{5D7F64A8-D625-4F61-A290-B499BB62ACFF}"/>
          </ac:spMkLst>
        </pc:spChg>
        <pc:spChg chg="add">
          <ac:chgData name="Sami Alshammari" userId="4f974268-3c7f-4197-a98a-371198480936" providerId="ADAL" clId="{5E71A105-2FD3-4CB5-93C1-7E936E5CFD91}" dt="2026-01-11T08:29:37.134" v="248" actId="26606"/>
          <ac:spMkLst>
            <pc:docMk/>
            <pc:sldMk cId="0" sldId="257"/>
            <ac:spMk id="19" creationId="{85F55C16-BC21-49EF-A4FF-C3155BB93BD3}"/>
          </ac:spMkLst>
        </pc:spChg>
        <pc:spChg chg="add">
          <ac:chgData name="Sami Alshammari" userId="4f974268-3c7f-4197-a98a-371198480936" providerId="ADAL" clId="{5E71A105-2FD3-4CB5-93C1-7E936E5CFD91}" dt="2026-01-11T08:29:37.134" v="248" actId="26606"/>
          <ac:spMkLst>
            <pc:docMk/>
            <pc:sldMk cId="0" sldId="257"/>
            <ac:spMk id="21" creationId="{0C5F069E-AFE6-4825-8945-46F2918A5019}"/>
          </ac:spMkLst>
        </pc:spChg>
        <pc:picChg chg="mod ord">
          <ac:chgData name="Sami Alshammari" userId="4f974268-3c7f-4197-a98a-371198480936" providerId="ADAL" clId="{5E71A105-2FD3-4CB5-93C1-7E936E5CFD91}" dt="2026-01-11T08:29:03.782" v="242" actId="26606"/>
          <ac:picMkLst>
            <pc:docMk/>
            <pc:sldMk cId="0" sldId="257"/>
            <ac:picMk id="3" creationId="{00000000-0000-0000-0000-000000000000}"/>
          </ac:picMkLst>
        </pc:picChg>
        <pc:picChg chg="add mod">
          <ac:chgData name="Sami Alshammari" userId="4f974268-3c7f-4197-a98a-371198480936" providerId="ADAL" clId="{5E71A105-2FD3-4CB5-93C1-7E936E5CFD91}" dt="2026-01-11T08:26:55.641" v="223"/>
          <ac:picMkLst>
            <pc:docMk/>
            <pc:sldMk cId="0" sldId="257"/>
            <ac:picMk id="5" creationId="{7AC2ABCD-41C9-0D84-7A84-8D16C499C2DF}"/>
          </ac:picMkLst>
        </pc:picChg>
        <pc:picChg chg="add mod">
          <ac:chgData name="Sami Alshammari" userId="4f974268-3c7f-4197-a98a-371198480936" providerId="ADAL" clId="{5E71A105-2FD3-4CB5-93C1-7E936E5CFD91}" dt="2026-01-11T08:30:06.210" v="253" actId="27957"/>
          <ac:picMkLst>
            <pc:docMk/>
            <pc:sldMk cId="0" sldId="257"/>
            <ac:picMk id="9" creationId="{AFE100FE-523B-D89E-8FB9-3DB74FE032AC}"/>
          </ac:picMkLst>
        </pc:picChg>
        <pc:picChg chg="add del">
          <ac:chgData name="Sami Alshammari" userId="4f974268-3c7f-4197-a98a-371198480936" providerId="ADAL" clId="{5E71A105-2FD3-4CB5-93C1-7E936E5CFD91}" dt="2026-01-11T08:29:37.134" v="248" actId="26606"/>
          <ac:picMkLst>
            <pc:docMk/>
            <pc:sldMk cId="0" sldId="257"/>
            <ac:picMk id="11" creationId="{57041CE4-568A-4755-863C-5E02698AE384}"/>
          </ac:picMkLst>
        </pc:picChg>
      </pc:sldChg>
      <pc:sldChg chg="modSp del mod">
        <pc:chgData name="Sami Alshammari" userId="4f974268-3c7f-4197-a98a-371198480936" providerId="ADAL" clId="{5E71A105-2FD3-4CB5-93C1-7E936E5CFD91}" dt="2026-01-11T08:34:00.973" v="294" actId="47"/>
        <pc:sldMkLst>
          <pc:docMk/>
          <pc:sldMk cId="0" sldId="258"/>
        </pc:sldMkLst>
        <pc:spChg chg="mod">
          <ac:chgData name="Sami Alshammari" userId="4f974268-3c7f-4197-a98a-371198480936" providerId="ADAL" clId="{5E71A105-2FD3-4CB5-93C1-7E936E5CFD91}" dt="2026-01-11T06:38:24.559" v="8" actId="108"/>
          <ac:spMkLst>
            <pc:docMk/>
            <pc:sldMk cId="0" sldId="258"/>
            <ac:spMk id="4" creationId="{00000000-0000-0000-0000-000000000000}"/>
          </ac:spMkLst>
        </pc:spChg>
      </pc:sldChg>
      <pc:sldChg chg="modSp del mod">
        <pc:chgData name="Sami Alshammari" userId="4f974268-3c7f-4197-a98a-371198480936" providerId="ADAL" clId="{5E71A105-2FD3-4CB5-93C1-7E936E5CFD91}" dt="2026-01-11T08:37:03.536" v="331" actId="47"/>
        <pc:sldMkLst>
          <pc:docMk/>
          <pc:sldMk cId="0" sldId="259"/>
        </pc:sldMkLst>
        <pc:spChg chg="mod">
          <ac:chgData name="Sami Alshammari" userId="4f974268-3c7f-4197-a98a-371198480936" providerId="ADAL" clId="{5E71A105-2FD3-4CB5-93C1-7E936E5CFD91}" dt="2026-01-11T06:38:50.763" v="17" actId="404"/>
          <ac:spMkLst>
            <pc:docMk/>
            <pc:sldMk cId="0" sldId="259"/>
            <ac:spMk id="4" creationId="{00000000-0000-0000-0000-000000000000}"/>
          </ac:spMkLst>
        </pc:spChg>
      </pc:sldChg>
      <pc:sldChg chg="modSp del mod">
        <pc:chgData name="Sami Alshammari" userId="4f974268-3c7f-4197-a98a-371198480936" providerId="ADAL" clId="{5E71A105-2FD3-4CB5-93C1-7E936E5CFD91}" dt="2026-01-11T08:43:08.770" v="386" actId="47"/>
        <pc:sldMkLst>
          <pc:docMk/>
          <pc:sldMk cId="0" sldId="260"/>
        </pc:sldMkLst>
        <pc:spChg chg="mod">
          <ac:chgData name="Sami Alshammari" userId="4f974268-3c7f-4197-a98a-371198480936" providerId="ADAL" clId="{5E71A105-2FD3-4CB5-93C1-7E936E5CFD91}" dt="2026-01-11T06:39:19.627" v="23" actId="403"/>
          <ac:spMkLst>
            <pc:docMk/>
            <pc:sldMk cId="0" sldId="260"/>
            <ac:spMk id="4" creationId="{00000000-0000-0000-0000-000000000000}"/>
          </ac:spMkLst>
        </pc:spChg>
      </pc:sldChg>
      <pc:sldChg chg="modSp del mod">
        <pc:chgData name="Sami Alshammari" userId="4f974268-3c7f-4197-a98a-371198480936" providerId="ADAL" clId="{5E71A105-2FD3-4CB5-93C1-7E936E5CFD91}" dt="2026-01-11T08:57:49.627" v="527" actId="47"/>
        <pc:sldMkLst>
          <pc:docMk/>
          <pc:sldMk cId="0" sldId="261"/>
        </pc:sldMkLst>
        <pc:spChg chg="mod">
          <ac:chgData name="Sami Alshammari" userId="4f974268-3c7f-4197-a98a-371198480936" providerId="ADAL" clId="{5E71A105-2FD3-4CB5-93C1-7E936E5CFD91}" dt="2026-01-11T06:39:40.470" v="29" actId="121"/>
          <ac:spMkLst>
            <pc:docMk/>
            <pc:sldMk cId="0" sldId="261"/>
            <ac:spMk id="4" creationId="{00000000-0000-0000-0000-000000000000}"/>
          </ac:spMkLst>
        </pc:spChg>
      </pc:sldChg>
      <pc:sldChg chg="modSp del mod">
        <pc:chgData name="Sami Alshammari" userId="4f974268-3c7f-4197-a98a-371198480936" providerId="ADAL" clId="{5E71A105-2FD3-4CB5-93C1-7E936E5CFD91}" dt="2026-01-11T08:57:48.718" v="526" actId="47"/>
        <pc:sldMkLst>
          <pc:docMk/>
          <pc:sldMk cId="0" sldId="262"/>
        </pc:sldMkLst>
        <pc:spChg chg="mod">
          <ac:chgData name="Sami Alshammari" userId="4f974268-3c7f-4197-a98a-371198480936" providerId="ADAL" clId="{5E71A105-2FD3-4CB5-93C1-7E936E5CFD91}" dt="2026-01-11T06:40:10.513" v="39" actId="404"/>
          <ac:spMkLst>
            <pc:docMk/>
            <pc:sldMk cId="0" sldId="262"/>
            <ac:spMk id="4" creationId="{00000000-0000-0000-0000-000000000000}"/>
          </ac:spMkLst>
        </pc:spChg>
      </pc:sldChg>
      <pc:sldChg chg="modSp del mod">
        <pc:chgData name="Sami Alshammari" userId="4f974268-3c7f-4197-a98a-371198480936" providerId="ADAL" clId="{5E71A105-2FD3-4CB5-93C1-7E936E5CFD91}" dt="2026-01-11T08:57:45.035" v="522" actId="47"/>
        <pc:sldMkLst>
          <pc:docMk/>
          <pc:sldMk cId="0" sldId="263"/>
        </pc:sldMkLst>
        <pc:spChg chg="mod">
          <ac:chgData name="Sami Alshammari" userId="4f974268-3c7f-4197-a98a-371198480936" providerId="ADAL" clId="{5E71A105-2FD3-4CB5-93C1-7E936E5CFD91}" dt="2026-01-11T06:40:41.619" v="46" actId="403"/>
          <ac:spMkLst>
            <pc:docMk/>
            <pc:sldMk cId="0" sldId="263"/>
            <ac:spMk id="4" creationId="{00000000-0000-0000-0000-000000000000}"/>
          </ac:spMkLst>
        </pc:spChg>
      </pc:sldChg>
      <pc:sldChg chg="modSp del mod">
        <pc:chgData name="Sami Alshammari" userId="4f974268-3c7f-4197-a98a-371198480936" providerId="ADAL" clId="{5E71A105-2FD3-4CB5-93C1-7E936E5CFD91}" dt="2026-01-11T08:57:45.214" v="523" actId="47"/>
        <pc:sldMkLst>
          <pc:docMk/>
          <pc:sldMk cId="0" sldId="264"/>
        </pc:sldMkLst>
        <pc:spChg chg="mod">
          <ac:chgData name="Sami Alshammari" userId="4f974268-3c7f-4197-a98a-371198480936" providerId="ADAL" clId="{5E71A105-2FD3-4CB5-93C1-7E936E5CFD91}" dt="2026-01-11T06:40:55.344" v="50" actId="403"/>
          <ac:spMkLst>
            <pc:docMk/>
            <pc:sldMk cId="0" sldId="264"/>
            <ac:spMk id="4" creationId="{00000000-0000-0000-0000-000000000000}"/>
          </ac:spMkLst>
        </pc:spChg>
      </pc:sldChg>
      <pc:sldChg chg="modSp del mod">
        <pc:chgData name="Sami Alshammari" userId="4f974268-3c7f-4197-a98a-371198480936" providerId="ADAL" clId="{5E71A105-2FD3-4CB5-93C1-7E936E5CFD91}" dt="2026-01-11T08:57:47.307" v="524" actId="47"/>
        <pc:sldMkLst>
          <pc:docMk/>
          <pc:sldMk cId="0" sldId="265"/>
        </pc:sldMkLst>
        <pc:spChg chg="mod">
          <ac:chgData name="Sami Alshammari" userId="4f974268-3c7f-4197-a98a-371198480936" providerId="ADAL" clId="{5E71A105-2FD3-4CB5-93C1-7E936E5CFD91}" dt="2026-01-11T06:41:10.200" v="56" actId="12"/>
          <ac:spMkLst>
            <pc:docMk/>
            <pc:sldMk cId="0" sldId="265"/>
            <ac:spMk id="4" creationId="{00000000-0000-0000-0000-000000000000}"/>
          </ac:spMkLst>
        </pc:spChg>
      </pc:sldChg>
      <pc:sldChg chg="modSp del mod">
        <pc:chgData name="Sami Alshammari" userId="4f974268-3c7f-4197-a98a-371198480936" providerId="ADAL" clId="{5E71A105-2FD3-4CB5-93C1-7E936E5CFD91}" dt="2026-01-11T08:57:48.216" v="525" actId="47"/>
        <pc:sldMkLst>
          <pc:docMk/>
          <pc:sldMk cId="0" sldId="266"/>
        </pc:sldMkLst>
        <pc:spChg chg="mod">
          <ac:chgData name="Sami Alshammari" userId="4f974268-3c7f-4197-a98a-371198480936" providerId="ADAL" clId="{5E71A105-2FD3-4CB5-93C1-7E936E5CFD91}" dt="2026-01-11T06:41:38.879" v="70" actId="121"/>
          <ac:spMkLst>
            <pc:docMk/>
            <pc:sldMk cId="0" sldId="266"/>
            <ac:spMk id="4" creationId="{00000000-0000-0000-0000-000000000000}"/>
          </ac:spMkLst>
        </pc:spChg>
      </pc:sldChg>
      <pc:sldChg chg="delSp add del setBg delDesignElem">
        <pc:chgData name="Sami Alshammari" userId="4f974268-3c7f-4197-a98a-371198480936" providerId="ADAL" clId="{5E71A105-2FD3-4CB5-93C1-7E936E5CFD91}" dt="2026-01-11T08:19:25.193" v="136" actId="47"/>
        <pc:sldMkLst>
          <pc:docMk/>
          <pc:sldMk cId="0" sldId="267"/>
        </pc:sldMkLst>
        <pc:spChg chg="del">
          <ac:chgData name="Sami Alshammari" userId="4f974268-3c7f-4197-a98a-371198480936" providerId="ADAL" clId="{5E71A105-2FD3-4CB5-93C1-7E936E5CFD91}" dt="2026-01-11T08:19:18.067" v="135"/>
          <ac:spMkLst>
            <pc:docMk/>
            <pc:sldMk cId="0" sldId="267"/>
            <ac:spMk id="32" creationId="{F8446B12-7391-4711-8B31-112A0B896C76}"/>
          </ac:spMkLst>
        </pc:spChg>
        <pc:grpChg chg="del">
          <ac:chgData name="Sami Alshammari" userId="4f974268-3c7f-4197-a98a-371198480936" providerId="ADAL" clId="{5E71A105-2FD3-4CB5-93C1-7E936E5CFD91}" dt="2026-01-11T08:19:18.067" v="135"/>
          <ac:grpSpMkLst>
            <pc:docMk/>
            <pc:sldMk cId="0" sldId="267"/>
            <ac:grpSpMk id="34" creationId="{AC0B7807-0C83-4963-821A-69B172722E49}"/>
          </ac:grpSpMkLst>
        </pc:grpChg>
      </pc:sldChg>
      <pc:sldChg chg="delSp modSp add mod setBg delDesignElem">
        <pc:chgData name="Sami Alshammari" userId="4f974268-3c7f-4197-a98a-371198480936" providerId="ADAL" clId="{5E71A105-2FD3-4CB5-93C1-7E936E5CFD91}" dt="2026-01-11T08:36:39.796" v="329" actId="207"/>
        <pc:sldMkLst>
          <pc:docMk/>
          <pc:sldMk cId="1736140633" sldId="267"/>
        </pc:sldMkLst>
        <pc:spChg chg="mod">
          <ac:chgData name="Sami Alshammari" userId="4f974268-3c7f-4197-a98a-371198480936" providerId="ADAL" clId="{5E71A105-2FD3-4CB5-93C1-7E936E5CFD91}" dt="2026-01-11T08:36:21.268" v="327" actId="1076"/>
          <ac:spMkLst>
            <pc:docMk/>
            <pc:sldMk cId="1736140633" sldId="267"/>
            <ac:spMk id="2" creationId="{E4F144C9-067F-3B37-1AA8-AF49A6DC8731}"/>
          </ac:spMkLst>
        </pc:spChg>
        <pc:spChg chg="mod">
          <ac:chgData name="Sami Alshammari" userId="4f974268-3c7f-4197-a98a-371198480936" providerId="ADAL" clId="{5E71A105-2FD3-4CB5-93C1-7E936E5CFD91}" dt="2026-01-11T08:36:16.719" v="326" actId="1076"/>
          <ac:spMkLst>
            <pc:docMk/>
            <pc:sldMk cId="1736140633" sldId="267"/>
            <ac:spMk id="7" creationId="{BC4F450A-6224-1002-0377-2DEA3CC809BE}"/>
          </ac:spMkLst>
        </pc:spChg>
        <pc:spChg chg="del">
          <ac:chgData name="Sami Alshammari" userId="4f974268-3c7f-4197-a98a-371198480936" providerId="ADAL" clId="{5E71A105-2FD3-4CB5-93C1-7E936E5CFD91}" dt="2026-01-11T08:33:58.437" v="293"/>
          <ac:spMkLst>
            <pc:docMk/>
            <pc:sldMk cId="1736140633" sldId="267"/>
            <ac:spMk id="19" creationId="{AEE5C31B-A79C-11E9-4629-12AB0B86B1E1}"/>
          </ac:spMkLst>
        </pc:spChg>
        <pc:spChg chg="del">
          <ac:chgData name="Sami Alshammari" userId="4f974268-3c7f-4197-a98a-371198480936" providerId="ADAL" clId="{5E71A105-2FD3-4CB5-93C1-7E936E5CFD91}" dt="2026-01-11T08:33:58.437" v="293"/>
          <ac:spMkLst>
            <pc:docMk/>
            <pc:sldMk cId="1736140633" sldId="267"/>
            <ac:spMk id="21" creationId="{84F99364-BF56-4B85-DB63-BC72BA323DD1}"/>
          </ac:spMkLst>
        </pc:spChg>
        <pc:picChg chg="mod">
          <ac:chgData name="Sami Alshammari" userId="4f974268-3c7f-4197-a98a-371198480936" providerId="ADAL" clId="{5E71A105-2FD3-4CB5-93C1-7E936E5CFD91}" dt="2026-01-11T08:36:39.796" v="329" actId="207"/>
          <ac:picMkLst>
            <pc:docMk/>
            <pc:sldMk cId="1736140633" sldId="267"/>
            <ac:picMk id="9" creationId="{686AB914-0C0D-0346-C529-70271F30FD88}"/>
          </ac:picMkLst>
        </pc:picChg>
      </pc:sldChg>
      <pc:sldChg chg="addSp delSp modSp add mod setBg">
        <pc:chgData name="Sami Alshammari" userId="4f974268-3c7f-4197-a98a-371198480936" providerId="ADAL" clId="{5E71A105-2FD3-4CB5-93C1-7E936E5CFD91}" dt="2026-01-11T08:52:57.430" v="454" actId="5793"/>
        <pc:sldMkLst>
          <pc:docMk/>
          <pc:sldMk cId="1298271204" sldId="268"/>
        </pc:sldMkLst>
        <pc:spChg chg="mod">
          <ac:chgData name="Sami Alshammari" userId="4f974268-3c7f-4197-a98a-371198480936" providerId="ADAL" clId="{5E71A105-2FD3-4CB5-93C1-7E936E5CFD91}" dt="2026-01-11T08:42:09.856" v="383" actId="26606"/>
          <ac:spMkLst>
            <pc:docMk/>
            <pc:sldMk cId="1298271204" sldId="268"/>
            <ac:spMk id="2" creationId="{C32512F0-B9AC-37F6-E8BB-3D62CFB64983}"/>
          </ac:spMkLst>
        </pc:spChg>
        <pc:spChg chg="add del mod">
          <ac:chgData name="Sami Alshammari" userId="4f974268-3c7f-4197-a98a-371198480936" providerId="ADAL" clId="{5E71A105-2FD3-4CB5-93C1-7E936E5CFD91}" dt="2026-01-11T08:42:09.856" v="383" actId="26606"/>
          <ac:spMkLst>
            <pc:docMk/>
            <pc:sldMk cId="1298271204" sldId="268"/>
            <ac:spMk id="7" creationId="{B2B8709A-2399-A52F-8EEF-D155C967E475}"/>
          </ac:spMkLst>
        </pc:spChg>
        <pc:spChg chg="add">
          <ac:chgData name="Sami Alshammari" userId="4f974268-3c7f-4197-a98a-371198480936" providerId="ADAL" clId="{5E71A105-2FD3-4CB5-93C1-7E936E5CFD91}" dt="2026-01-11T08:42:09.856" v="383" actId="26606"/>
          <ac:spMkLst>
            <pc:docMk/>
            <pc:sldMk cId="1298271204" sldId="268"/>
            <ac:spMk id="12" creationId="{777A147A-9ED8-46B4-8660-1B3C2AA880B5}"/>
          </ac:spMkLst>
        </pc:spChg>
        <pc:spChg chg="add mod">
          <ac:chgData name="Sami Alshammari" userId="4f974268-3c7f-4197-a98a-371198480936" providerId="ADAL" clId="{5E71A105-2FD3-4CB5-93C1-7E936E5CFD91}" dt="2026-01-11T08:52:57.430" v="454" actId="5793"/>
          <ac:spMkLst>
            <pc:docMk/>
            <pc:sldMk cId="1298271204" sldId="268"/>
            <ac:spMk id="13" creationId="{B2B8709A-2399-A52F-8EEF-D155C967E475}"/>
          </ac:spMkLst>
        </pc:spChg>
        <pc:spChg chg="add">
          <ac:chgData name="Sami Alshammari" userId="4f974268-3c7f-4197-a98a-371198480936" providerId="ADAL" clId="{5E71A105-2FD3-4CB5-93C1-7E936E5CFD91}" dt="2026-01-11T08:42:09.856" v="383" actId="26606"/>
          <ac:spMkLst>
            <pc:docMk/>
            <pc:sldMk cId="1298271204" sldId="268"/>
            <ac:spMk id="14" creationId="{5D6C15A0-C087-4593-8414-2B4EC1CDC3DE}"/>
          </ac:spMkLst>
        </pc:spChg>
        <pc:graphicFrameChg chg="add del">
          <ac:chgData name="Sami Alshammari" userId="4f974268-3c7f-4197-a98a-371198480936" providerId="ADAL" clId="{5E71A105-2FD3-4CB5-93C1-7E936E5CFD91}" dt="2026-01-11T08:42:09.839" v="382" actId="26606"/>
          <ac:graphicFrameMkLst>
            <pc:docMk/>
            <pc:sldMk cId="1298271204" sldId="268"/>
            <ac:graphicFrameMk id="10" creationId="{9D7ECFEC-67ED-AF08-E5F8-7EE012B79B41}"/>
          </ac:graphicFrameMkLst>
        </pc:graphicFrameChg>
        <pc:picChg chg="del">
          <ac:chgData name="Sami Alshammari" userId="4f974268-3c7f-4197-a98a-371198480936" providerId="ADAL" clId="{5E71A105-2FD3-4CB5-93C1-7E936E5CFD91}" dt="2026-01-11T08:41:11.103" v="380" actId="478"/>
          <ac:picMkLst>
            <pc:docMk/>
            <pc:sldMk cId="1298271204" sldId="268"/>
            <ac:picMk id="9" creationId="{C311DB65-4784-F497-CAE6-567A000C5D65}"/>
          </ac:picMkLst>
        </pc:picChg>
      </pc:sldChg>
      <pc:sldChg chg="addSp delSp modSp add mod setBg delDesignElem">
        <pc:chgData name="Sami Alshammari" userId="4f974268-3c7f-4197-a98a-371198480936" providerId="ADAL" clId="{5E71A105-2FD3-4CB5-93C1-7E936E5CFD91}" dt="2026-01-11T08:52:36.612" v="451" actId="5793"/>
        <pc:sldMkLst>
          <pc:docMk/>
          <pc:sldMk cId="2285830609" sldId="269"/>
        </pc:sldMkLst>
        <pc:spChg chg="mod">
          <ac:chgData name="Sami Alshammari" userId="4f974268-3c7f-4197-a98a-371198480936" providerId="ADAL" clId="{5E71A105-2FD3-4CB5-93C1-7E936E5CFD91}" dt="2026-01-11T08:50:23.319" v="443" actId="26606"/>
          <ac:spMkLst>
            <pc:docMk/>
            <pc:sldMk cId="2285830609" sldId="269"/>
            <ac:spMk id="2" creationId="{27346F2A-8AEA-173E-84FD-EC8577F846BD}"/>
          </ac:spMkLst>
        </pc:spChg>
        <pc:spChg chg="del">
          <ac:chgData name="Sami Alshammari" userId="4f974268-3c7f-4197-a98a-371198480936" providerId="ADAL" clId="{5E71A105-2FD3-4CB5-93C1-7E936E5CFD91}" dt="2026-01-11T08:43:06.791" v="385"/>
          <ac:spMkLst>
            <pc:docMk/>
            <pc:sldMk cId="2285830609" sldId="269"/>
            <ac:spMk id="12" creationId="{B6C5C426-BAAA-6C91-781D-EF7ADB72FA0F}"/>
          </ac:spMkLst>
        </pc:spChg>
        <pc:spChg chg="add del mod">
          <ac:chgData name="Sami Alshammari" userId="4f974268-3c7f-4197-a98a-371198480936" providerId="ADAL" clId="{5E71A105-2FD3-4CB5-93C1-7E936E5CFD91}" dt="2026-01-11T08:52:36.612" v="451" actId="5793"/>
          <ac:spMkLst>
            <pc:docMk/>
            <pc:sldMk cId="2285830609" sldId="269"/>
            <ac:spMk id="13" creationId="{ED2DF642-6DEF-1EE3-B33B-48473DF1AA60}"/>
          </ac:spMkLst>
        </pc:spChg>
        <pc:spChg chg="del">
          <ac:chgData name="Sami Alshammari" userId="4f974268-3c7f-4197-a98a-371198480936" providerId="ADAL" clId="{5E71A105-2FD3-4CB5-93C1-7E936E5CFD91}" dt="2026-01-11T08:43:06.791" v="385"/>
          <ac:spMkLst>
            <pc:docMk/>
            <pc:sldMk cId="2285830609" sldId="269"/>
            <ac:spMk id="14" creationId="{3C248C08-634B-5933-0F38-597F44D14C9D}"/>
          </ac:spMkLst>
        </pc:spChg>
        <pc:spChg chg="add">
          <ac:chgData name="Sami Alshammari" userId="4f974268-3c7f-4197-a98a-371198480936" providerId="ADAL" clId="{5E71A105-2FD3-4CB5-93C1-7E936E5CFD91}" dt="2026-01-11T08:50:23.319" v="443" actId="26606"/>
          <ac:spMkLst>
            <pc:docMk/>
            <pc:sldMk cId="2285830609" sldId="269"/>
            <ac:spMk id="18" creationId="{777A147A-9ED8-46B4-8660-1B3C2AA880B5}"/>
          </ac:spMkLst>
        </pc:spChg>
        <pc:spChg chg="add">
          <ac:chgData name="Sami Alshammari" userId="4f974268-3c7f-4197-a98a-371198480936" providerId="ADAL" clId="{5E71A105-2FD3-4CB5-93C1-7E936E5CFD91}" dt="2026-01-11T08:50:23.319" v="443" actId="26606"/>
          <ac:spMkLst>
            <pc:docMk/>
            <pc:sldMk cId="2285830609" sldId="269"/>
            <ac:spMk id="20" creationId="{5D6C15A0-C087-4593-8414-2B4EC1CDC3DE}"/>
          </ac:spMkLst>
        </pc:spChg>
        <pc:graphicFrameChg chg="add del mod">
          <ac:chgData name="Sami Alshammari" userId="4f974268-3c7f-4197-a98a-371198480936" providerId="ADAL" clId="{5E71A105-2FD3-4CB5-93C1-7E936E5CFD91}" dt="2026-01-11T08:49:13.592" v="429" actId="26606"/>
          <ac:graphicFrameMkLst>
            <pc:docMk/>
            <pc:sldMk cId="2285830609" sldId="269"/>
            <ac:graphicFrameMk id="15" creationId="{312636CD-7A8F-E886-B7AB-DCE4759DEB56}"/>
          </ac:graphicFrameMkLst>
        </pc:graphicFrameChg>
      </pc:sldChg>
      <pc:sldChg chg="delSp add del setBg delDesignElem">
        <pc:chgData name="Sami Alshammari" userId="4f974268-3c7f-4197-a98a-371198480936" providerId="ADAL" clId="{5E71A105-2FD3-4CB5-93C1-7E936E5CFD91}" dt="2026-01-11T08:52:17.922" v="446" actId="47"/>
        <pc:sldMkLst>
          <pc:docMk/>
          <pc:sldMk cId="3697705766" sldId="270"/>
        </pc:sldMkLst>
        <pc:spChg chg="del">
          <ac:chgData name="Sami Alshammari" userId="4f974268-3c7f-4197-a98a-371198480936" providerId="ADAL" clId="{5E71A105-2FD3-4CB5-93C1-7E936E5CFD91}" dt="2026-01-11T08:43:14.141" v="388"/>
          <ac:spMkLst>
            <pc:docMk/>
            <pc:sldMk cId="3697705766" sldId="270"/>
            <ac:spMk id="12" creationId="{E7AE5E6D-CB3C-9749-9B9F-E17CCDDDB533}"/>
          </ac:spMkLst>
        </pc:spChg>
        <pc:spChg chg="del">
          <ac:chgData name="Sami Alshammari" userId="4f974268-3c7f-4197-a98a-371198480936" providerId="ADAL" clId="{5E71A105-2FD3-4CB5-93C1-7E936E5CFD91}" dt="2026-01-11T08:43:14.141" v="388"/>
          <ac:spMkLst>
            <pc:docMk/>
            <pc:sldMk cId="3697705766" sldId="270"/>
            <ac:spMk id="14" creationId="{3C9AC421-D123-EF48-1102-D26C819F7564}"/>
          </ac:spMkLst>
        </pc:spChg>
      </pc:sldChg>
      <pc:sldChg chg="addSp delSp modSp add mod setBg delDesignElem">
        <pc:chgData name="Sami Alshammari" userId="4f974268-3c7f-4197-a98a-371198480936" providerId="ADAL" clId="{5E71A105-2FD3-4CB5-93C1-7E936E5CFD91}" dt="2026-01-11T08:57:34.851" v="521" actId="403"/>
        <pc:sldMkLst>
          <pc:docMk/>
          <pc:sldMk cId="3682724225" sldId="271"/>
        </pc:sldMkLst>
        <pc:spChg chg="mod">
          <ac:chgData name="Sami Alshammari" userId="4f974268-3c7f-4197-a98a-371198480936" providerId="ADAL" clId="{5E71A105-2FD3-4CB5-93C1-7E936E5CFD91}" dt="2026-01-11T08:56:45.893" v="506" actId="26606"/>
          <ac:spMkLst>
            <pc:docMk/>
            <pc:sldMk cId="3682724225" sldId="271"/>
            <ac:spMk id="2" creationId="{A55EBAD7-13EF-1EFD-7676-8A3FEA931EF8}"/>
          </ac:spMkLst>
        </pc:spChg>
        <pc:spChg chg="mod">
          <ac:chgData name="Sami Alshammari" userId="4f974268-3c7f-4197-a98a-371198480936" providerId="ADAL" clId="{5E71A105-2FD3-4CB5-93C1-7E936E5CFD91}" dt="2026-01-11T08:57:34.851" v="521" actId="403"/>
          <ac:spMkLst>
            <pc:docMk/>
            <pc:sldMk cId="3682724225" sldId="271"/>
            <ac:spMk id="13" creationId="{D55DCE04-9A66-3C80-1394-AE692DB4AFFA}"/>
          </ac:spMkLst>
        </pc:spChg>
        <pc:spChg chg="add">
          <ac:chgData name="Sami Alshammari" userId="4f974268-3c7f-4197-a98a-371198480936" providerId="ADAL" clId="{5E71A105-2FD3-4CB5-93C1-7E936E5CFD91}" dt="2026-01-11T08:56:45.893" v="506" actId="26606"/>
          <ac:spMkLst>
            <pc:docMk/>
            <pc:sldMk cId="3682724225" sldId="271"/>
            <ac:spMk id="15" creationId="{85F55C16-BC21-49EF-A4FF-C3155BB93BD3}"/>
          </ac:spMkLst>
        </pc:spChg>
        <pc:spChg chg="del">
          <ac:chgData name="Sami Alshammari" userId="4f974268-3c7f-4197-a98a-371198480936" providerId="ADAL" clId="{5E71A105-2FD3-4CB5-93C1-7E936E5CFD91}" dt="2026-01-11T08:51:59.244" v="445"/>
          <ac:spMkLst>
            <pc:docMk/>
            <pc:sldMk cId="3682724225" sldId="271"/>
            <ac:spMk id="18" creationId="{9FE1761B-BE5B-39B6-5119-F89CAFB1A001}"/>
          </ac:spMkLst>
        </pc:spChg>
        <pc:spChg chg="del">
          <ac:chgData name="Sami Alshammari" userId="4f974268-3c7f-4197-a98a-371198480936" providerId="ADAL" clId="{5E71A105-2FD3-4CB5-93C1-7E936E5CFD91}" dt="2026-01-11T08:51:59.244" v="445"/>
          <ac:spMkLst>
            <pc:docMk/>
            <pc:sldMk cId="3682724225" sldId="271"/>
            <ac:spMk id="20" creationId="{9939FAAD-4003-BF7C-FEBE-8B5873C31D1F}"/>
          </ac:spMkLst>
        </pc:spChg>
        <pc:spChg chg="add">
          <ac:chgData name="Sami Alshammari" userId="4f974268-3c7f-4197-a98a-371198480936" providerId="ADAL" clId="{5E71A105-2FD3-4CB5-93C1-7E936E5CFD91}" dt="2026-01-11T08:56:45.893" v="506" actId="26606"/>
          <ac:spMkLst>
            <pc:docMk/>
            <pc:sldMk cId="3682724225" sldId="271"/>
            <ac:spMk id="22" creationId="{0C5F069E-AFE6-4825-8945-46F2918A5019}"/>
          </ac:spMkLst>
        </pc:spChg>
        <pc:picChg chg="add mod">
          <ac:chgData name="Sami Alshammari" userId="4f974268-3c7f-4197-a98a-371198480936" providerId="ADAL" clId="{5E71A105-2FD3-4CB5-93C1-7E936E5CFD91}" dt="2026-01-11T08:57:04.972" v="509" actId="27957"/>
          <ac:picMkLst>
            <pc:docMk/>
            <pc:sldMk cId="3682724225" sldId="271"/>
            <ac:picMk id="17" creationId="{4CE7A12E-A57A-D643-9BAE-078A8CE2EA5F}"/>
          </ac:picMkLst>
        </pc:picChg>
      </pc:sldChg>
      <pc:sldChg chg="addSp delSp modSp add mod setBg delDesignElem">
        <pc:chgData name="Sami Alshammari" userId="4f974268-3c7f-4197-a98a-371198480936" providerId="ADAL" clId="{5E71A105-2FD3-4CB5-93C1-7E936E5CFD91}" dt="2026-01-11T09:06:06.822" v="584" actId="27636"/>
        <pc:sldMkLst>
          <pc:docMk/>
          <pc:sldMk cId="832904860" sldId="272"/>
        </pc:sldMkLst>
        <pc:spChg chg="mod">
          <ac:chgData name="Sami Alshammari" userId="4f974268-3c7f-4197-a98a-371198480936" providerId="ADAL" clId="{5E71A105-2FD3-4CB5-93C1-7E936E5CFD91}" dt="2026-01-11T09:05:30.836" v="571" actId="26606"/>
          <ac:spMkLst>
            <pc:docMk/>
            <pc:sldMk cId="832904860" sldId="272"/>
            <ac:spMk id="2" creationId="{5FD3BC65-01AA-34AB-5322-5A1DF5D9B62A}"/>
          </ac:spMkLst>
        </pc:spChg>
        <pc:spChg chg="mod">
          <ac:chgData name="Sami Alshammari" userId="4f974268-3c7f-4197-a98a-371198480936" providerId="ADAL" clId="{5E71A105-2FD3-4CB5-93C1-7E936E5CFD91}" dt="2026-01-11T09:06:06.822" v="584" actId="27636"/>
          <ac:spMkLst>
            <pc:docMk/>
            <pc:sldMk cId="832904860" sldId="272"/>
            <ac:spMk id="13" creationId="{F5DDDA02-0189-B21F-656D-031975EC740A}"/>
          </ac:spMkLst>
        </pc:spChg>
        <pc:spChg chg="del">
          <ac:chgData name="Sami Alshammari" userId="4f974268-3c7f-4197-a98a-371198480936" providerId="ADAL" clId="{5E71A105-2FD3-4CB5-93C1-7E936E5CFD91}" dt="2026-01-11T09:01:37.677" v="529"/>
          <ac:spMkLst>
            <pc:docMk/>
            <pc:sldMk cId="832904860" sldId="272"/>
            <ac:spMk id="15" creationId="{97907475-F273-F6CD-382D-9CC2257933F3}"/>
          </ac:spMkLst>
        </pc:spChg>
        <pc:spChg chg="add del">
          <ac:chgData name="Sami Alshammari" userId="4f974268-3c7f-4197-a98a-371198480936" providerId="ADAL" clId="{5E71A105-2FD3-4CB5-93C1-7E936E5CFD91}" dt="2026-01-11T09:05:30.836" v="571" actId="26606"/>
          <ac:spMkLst>
            <pc:docMk/>
            <pc:sldMk cId="832904860" sldId="272"/>
            <ac:spMk id="16" creationId="{7F488E8B-4E1E-4402-8935-D4E6C02615C7}"/>
          </ac:spMkLst>
        </pc:spChg>
        <pc:spChg chg="add del">
          <ac:chgData name="Sami Alshammari" userId="4f974268-3c7f-4197-a98a-371198480936" providerId="ADAL" clId="{5E71A105-2FD3-4CB5-93C1-7E936E5CFD91}" dt="2026-01-11T09:05:30.836" v="571" actId="26606"/>
          <ac:spMkLst>
            <pc:docMk/>
            <pc:sldMk cId="832904860" sldId="272"/>
            <ac:spMk id="18" creationId="{081EA652-8C6A-4E69-BEB9-170809474553}"/>
          </ac:spMkLst>
        </pc:spChg>
        <pc:spChg chg="add del">
          <ac:chgData name="Sami Alshammari" userId="4f974268-3c7f-4197-a98a-371198480936" providerId="ADAL" clId="{5E71A105-2FD3-4CB5-93C1-7E936E5CFD91}" dt="2026-01-11T09:05:30.836" v="571" actId="26606"/>
          <ac:spMkLst>
            <pc:docMk/>
            <pc:sldMk cId="832904860" sldId="272"/>
            <ac:spMk id="20" creationId="{5298780A-33B9-4EA2-8F67-DE68AD62841B}"/>
          </ac:spMkLst>
        </pc:spChg>
        <pc:spChg chg="del">
          <ac:chgData name="Sami Alshammari" userId="4f974268-3c7f-4197-a98a-371198480936" providerId="ADAL" clId="{5E71A105-2FD3-4CB5-93C1-7E936E5CFD91}" dt="2026-01-11T09:01:37.677" v="529"/>
          <ac:spMkLst>
            <pc:docMk/>
            <pc:sldMk cId="832904860" sldId="272"/>
            <ac:spMk id="22" creationId="{DD53D3BC-EA4A-C9FC-ADE9-FB2E5B8DBE10}"/>
          </ac:spMkLst>
        </pc:spChg>
        <pc:spChg chg="add">
          <ac:chgData name="Sami Alshammari" userId="4f974268-3c7f-4197-a98a-371198480936" providerId="ADAL" clId="{5E71A105-2FD3-4CB5-93C1-7E936E5CFD91}" dt="2026-01-11T09:05:30.836" v="571" actId="26606"/>
          <ac:spMkLst>
            <pc:docMk/>
            <pc:sldMk cId="832904860" sldId="272"/>
            <ac:spMk id="25" creationId="{43C823D3-D619-407C-89E0-C6F6B1E7A42A}"/>
          </ac:spMkLst>
        </pc:spChg>
        <pc:spChg chg="add">
          <ac:chgData name="Sami Alshammari" userId="4f974268-3c7f-4197-a98a-371198480936" providerId="ADAL" clId="{5E71A105-2FD3-4CB5-93C1-7E936E5CFD91}" dt="2026-01-11T09:05:30.836" v="571" actId="26606"/>
          <ac:spMkLst>
            <pc:docMk/>
            <pc:sldMk cId="832904860" sldId="272"/>
            <ac:spMk id="27" creationId="{047F8E3E-2FFA-4A0F-B3C7-E57ADDCFB415}"/>
          </ac:spMkLst>
        </pc:spChg>
        <pc:grpChg chg="add">
          <ac:chgData name="Sami Alshammari" userId="4f974268-3c7f-4197-a98a-371198480936" providerId="ADAL" clId="{5E71A105-2FD3-4CB5-93C1-7E936E5CFD91}" dt="2026-01-11T09:05:30.836" v="571" actId="26606"/>
          <ac:grpSpMkLst>
            <pc:docMk/>
            <pc:sldMk cId="832904860" sldId="272"/>
            <ac:grpSpMk id="29" creationId="{33D939F1-7ABE-4D0E-946A-43F37F556AFD}"/>
          </ac:grpSpMkLst>
        </pc:grpChg>
        <pc:grpChg chg="add">
          <ac:chgData name="Sami Alshammari" userId="4f974268-3c7f-4197-a98a-371198480936" providerId="ADAL" clId="{5E71A105-2FD3-4CB5-93C1-7E936E5CFD91}" dt="2026-01-11T09:05:30.836" v="571" actId="26606"/>
          <ac:grpSpMkLst>
            <pc:docMk/>
            <pc:sldMk cId="832904860" sldId="272"/>
            <ac:grpSpMk id="35" creationId="{9DB3963A-4187-4A72-9DA4-CA6BADE22931}"/>
          </ac:grpSpMkLst>
        </pc:grpChg>
        <pc:picChg chg="del">
          <ac:chgData name="Sami Alshammari" userId="4f974268-3c7f-4197-a98a-371198480936" providerId="ADAL" clId="{5E71A105-2FD3-4CB5-93C1-7E936E5CFD91}" dt="2026-01-11T09:05:06.107" v="566" actId="478"/>
          <ac:picMkLst>
            <pc:docMk/>
            <pc:sldMk cId="832904860" sldId="272"/>
            <ac:picMk id="17" creationId="{314F6664-D686-EA68-3D2F-609CD08A4816}"/>
          </ac:picMkLst>
        </pc:picChg>
      </pc:sldChg>
      <pc:sldChg chg="addSp delSp modSp add mod setBg delDesignElem">
        <pc:chgData name="Sami Alshammari" userId="4f974268-3c7f-4197-a98a-371198480936" providerId="ADAL" clId="{5E71A105-2FD3-4CB5-93C1-7E936E5CFD91}" dt="2026-01-11T09:09:09.284" v="640" actId="403"/>
        <pc:sldMkLst>
          <pc:docMk/>
          <pc:sldMk cId="2151849259" sldId="273"/>
        </pc:sldMkLst>
        <pc:spChg chg="mod">
          <ac:chgData name="Sami Alshammari" userId="4f974268-3c7f-4197-a98a-371198480936" providerId="ADAL" clId="{5E71A105-2FD3-4CB5-93C1-7E936E5CFD91}" dt="2026-01-11T09:08:57.642" v="636" actId="26606"/>
          <ac:spMkLst>
            <pc:docMk/>
            <pc:sldMk cId="2151849259" sldId="273"/>
            <ac:spMk id="2" creationId="{304CE7DF-6A98-5820-B2CC-C5993EEE8BED}"/>
          </ac:spMkLst>
        </pc:spChg>
        <pc:spChg chg="mod">
          <ac:chgData name="Sami Alshammari" userId="4f974268-3c7f-4197-a98a-371198480936" providerId="ADAL" clId="{5E71A105-2FD3-4CB5-93C1-7E936E5CFD91}" dt="2026-01-11T09:09:09.284" v="640" actId="403"/>
          <ac:spMkLst>
            <pc:docMk/>
            <pc:sldMk cId="2151849259" sldId="273"/>
            <ac:spMk id="13" creationId="{0B7AE23A-57D5-E44C-934C-F16257993922}"/>
          </ac:spMkLst>
        </pc:spChg>
        <pc:spChg chg="add del">
          <ac:chgData name="Sami Alshammari" userId="4f974268-3c7f-4197-a98a-371198480936" providerId="ADAL" clId="{5E71A105-2FD3-4CB5-93C1-7E936E5CFD91}" dt="2026-01-11T09:08:27.830" v="625" actId="26606"/>
          <ac:spMkLst>
            <pc:docMk/>
            <pc:sldMk cId="2151849259" sldId="273"/>
            <ac:spMk id="15" creationId="{D5B0017B-2ECA-49AF-B397-DC140825DF8D}"/>
          </ac:spMkLst>
        </pc:spChg>
        <pc:spChg chg="add del">
          <ac:chgData name="Sami Alshammari" userId="4f974268-3c7f-4197-a98a-371198480936" providerId="ADAL" clId="{5E71A105-2FD3-4CB5-93C1-7E936E5CFD91}" dt="2026-01-11T09:08:27.830" v="625" actId="26606"/>
          <ac:spMkLst>
            <pc:docMk/>
            <pc:sldMk cId="2151849259" sldId="273"/>
            <ac:spMk id="18" creationId="{B6CDA21F-E7AF-4C75-8395-33F58D5B0E45}"/>
          </ac:spMkLst>
        </pc:spChg>
        <pc:spChg chg="add del">
          <ac:chgData name="Sami Alshammari" userId="4f974268-3c7f-4197-a98a-371198480936" providerId="ADAL" clId="{5E71A105-2FD3-4CB5-93C1-7E936E5CFD91}" dt="2026-01-11T09:08:57.642" v="636" actId="26606"/>
          <ac:spMkLst>
            <pc:docMk/>
            <pc:sldMk cId="2151849259" sldId="273"/>
            <ac:spMk id="24" creationId="{CBC4F608-B4B8-48C3-9572-C0F061B1CD99}"/>
          </ac:spMkLst>
        </pc:spChg>
        <pc:spChg chg="del">
          <ac:chgData name="Sami Alshammari" userId="4f974268-3c7f-4197-a98a-371198480936" providerId="ADAL" clId="{5E71A105-2FD3-4CB5-93C1-7E936E5CFD91}" dt="2026-01-11T09:06:21.326" v="586"/>
          <ac:spMkLst>
            <pc:docMk/>
            <pc:sldMk cId="2151849259" sldId="273"/>
            <ac:spMk id="25" creationId="{6FC31D67-83E9-1BAD-A913-17F6876D1FE8}"/>
          </ac:spMkLst>
        </pc:spChg>
        <pc:spChg chg="add del">
          <ac:chgData name="Sami Alshammari" userId="4f974268-3c7f-4197-a98a-371198480936" providerId="ADAL" clId="{5E71A105-2FD3-4CB5-93C1-7E936E5CFD91}" dt="2026-01-11T09:08:57.642" v="636" actId="26606"/>
          <ac:spMkLst>
            <pc:docMk/>
            <pc:sldMk cId="2151849259" sldId="273"/>
            <ac:spMk id="26" creationId="{4DA718D0-4865-4629-8134-44F68D41D574}"/>
          </ac:spMkLst>
        </pc:spChg>
        <pc:spChg chg="del">
          <ac:chgData name="Sami Alshammari" userId="4f974268-3c7f-4197-a98a-371198480936" providerId="ADAL" clId="{5E71A105-2FD3-4CB5-93C1-7E936E5CFD91}" dt="2026-01-11T09:06:21.326" v="586"/>
          <ac:spMkLst>
            <pc:docMk/>
            <pc:sldMk cId="2151849259" sldId="273"/>
            <ac:spMk id="27" creationId="{C4BDC086-883F-36BD-EEA0-F73D54164366}"/>
          </ac:spMkLst>
        </pc:spChg>
        <pc:spChg chg="add">
          <ac:chgData name="Sami Alshammari" userId="4f974268-3c7f-4197-a98a-371198480936" providerId="ADAL" clId="{5E71A105-2FD3-4CB5-93C1-7E936E5CFD91}" dt="2026-01-11T09:08:57.642" v="636" actId="26606"/>
          <ac:spMkLst>
            <pc:docMk/>
            <pc:sldMk cId="2151849259" sldId="273"/>
            <ac:spMk id="36" creationId="{4DA718D0-4865-4629-8134-44F68D41D574}"/>
          </ac:spMkLst>
        </pc:spChg>
        <pc:spChg chg="add">
          <ac:chgData name="Sami Alshammari" userId="4f974268-3c7f-4197-a98a-371198480936" providerId="ADAL" clId="{5E71A105-2FD3-4CB5-93C1-7E936E5CFD91}" dt="2026-01-11T09:08:57.642" v="636" actId="26606"/>
          <ac:spMkLst>
            <pc:docMk/>
            <pc:sldMk cId="2151849259" sldId="273"/>
            <ac:spMk id="42" creationId="{CBC4F608-B4B8-48C3-9572-C0F061B1CD99}"/>
          </ac:spMkLst>
        </pc:spChg>
        <pc:grpChg chg="add del">
          <ac:chgData name="Sami Alshammari" userId="4f974268-3c7f-4197-a98a-371198480936" providerId="ADAL" clId="{5E71A105-2FD3-4CB5-93C1-7E936E5CFD91}" dt="2026-01-11T09:08:27.830" v="625" actId="26606"/>
          <ac:grpSpMkLst>
            <pc:docMk/>
            <pc:sldMk cId="2151849259" sldId="273"/>
            <ac:grpSpMk id="20" creationId="{AE1C45F0-260A-458C-96ED-C1F6D2151219}"/>
          </ac:grpSpMkLst>
        </pc:grpChg>
        <pc:grpChg chg="add del">
          <ac:chgData name="Sami Alshammari" userId="4f974268-3c7f-4197-a98a-371198480936" providerId="ADAL" clId="{5E71A105-2FD3-4CB5-93C1-7E936E5CFD91}" dt="2026-01-11T09:08:57.642" v="636" actId="26606"/>
          <ac:grpSpMkLst>
            <pc:docMk/>
            <pc:sldMk cId="2151849259" sldId="273"/>
            <ac:grpSpMk id="28" creationId="{65167ED7-6315-43AB-B1B6-C326D5FD8F84}"/>
          </ac:grpSpMkLst>
        </pc:grpChg>
        <pc:grpChg chg="del">
          <ac:chgData name="Sami Alshammari" userId="4f974268-3c7f-4197-a98a-371198480936" providerId="ADAL" clId="{5E71A105-2FD3-4CB5-93C1-7E936E5CFD91}" dt="2026-01-11T09:06:21.326" v="586"/>
          <ac:grpSpMkLst>
            <pc:docMk/>
            <pc:sldMk cId="2151849259" sldId="273"/>
            <ac:grpSpMk id="29" creationId="{1973F833-E560-4C0B-4E89-F8379D457D96}"/>
          </ac:grpSpMkLst>
        </pc:grpChg>
        <pc:grpChg chg="del">
          <ac:chgData name="Sami Alshammari" userId="4f974268-3c7f-4197-a98a-371198480936" providerId="ADAL" clId="{5E71A105-2FD3-4CB5-93C1-7E936E5CFD91}" dt="2026-01-11T09:06:21.326" v="586"/>
          <ac:grpSpMkLst>
            <pc:docMk/>
            <pc:sldMk cId="2151849259" sldId="273"/>
            <ac:grpSpMk id="35" creationId="{002DC4D3-023D-B7DD-D7D3-E6896030E411}"/>
          </ac:grpSpMkLst>
        </pc:grpChg>
        <pc:grpChg chg="add">
          <ac:chgData name="Sami Alshammari" userId="4f974268-3c7f-4197-a98a-371198480936" providerId="ADAL" clId="{5E71A105-2FD3-4CB5-93C1-7E936E5CFD91}" dt="2026-01-11T09:08:57.642" v="636" actId="26606"/>
          <ac:grpSpMkLst>
            <pc:docMk/>
            <pc:sldMk cId="2151849259" sldId="273"/>
            <ac:grpSpMk id="38" creationId="{65167ED7-6315-43AB-B1B6-C326D5FD8F84}"/>
          </ac:grpSpMkLst>
        </pc:grpChg>
        <pc:cxnChg chg="add del">
          <ac:chgData name="Sami Alshammari" userId="4f974268-3c7f-4197-a98a-371198480936" providerId="ADAL" clId="{5E71A105-2FD3-4CB5-93C1-7E936E5CFD91}" dt="2026-01-11T09:08:27.830" v="625" actId="26606"/>
          <ac:cxnSpMkLst>
            <pc:docMk/>
            <pc:sldMk cId="2151849259" sldId="273"/>
            <ac:cxnSpMk id="16" creationId="{6CF1BAF6-AD41-4082-B212-8A1F9A2E8779}"/>
          </ac:cxnSpMkLst>
        </pc:cxnChg>
      </pc:sldChg>
      <pc:sldChg chg="addSp delSp modSp add mod setBg delDesignElem">
        <pc:chgData name="Sami Alshammari" userId="4f974268-3c7f-4197-a98a-371198480936" providerId="ADAL" clId="{5E71A105-2FD3-4CB5-93C1-7E936E5CFD91}" dt="2026-01-11T09:12:40.140" v="681" actId="5793"/>
        <pc:sldMkLst>
          <pc:docMk/>
          <pc:sldMk cId="2338332355" sldId="274"/>
        </pc:sldMkLst>
        <pc:spChg chg="mod">
          <ac:chgData name="Sami Alshammari" userId="4f974268-3c7f-4197-a98a-371198480936" providerId="ADAL" clId="{5E71A105-2FD3-4CB5-93C1-7E936E5CFD91}" dt="2026-01-11T09:12:29.373" v="677" actId="26606"/>
          <ac:spMkLst>
            <pc:docMk/>
            <pc:sldMk cId="2338332355" sldId="274"/>
            <ac:spMk id="2" creationId="{7C03F389-D736-DD74-916E-E61E17120700}"/>
          </ac:spMkLst>
        </pc:spChg>
        <pc:spChg chg="mod">
          <ac:chgData name="Sami Alshammari" userId="4f974268-3c7f-4197-a98a-371198480936" providerId="ADAL" clId="{5E71A105-2FD3-4CB5-93C1-7E936E5CFD91}" dt="2026-01-11T09:12:40.140" v="681" actId="5793"/>
          <ac:spMkLst>
            <pc:docMk/>
            <pc:sldMk cId="2338332355" sldId="274"/>
            <ac:spMk id="13" creationId="{3D202259-AF86-51F0-7AC4-7334789D998D}"/>
          </ac:spMkLst>
        </pc:spChg>
        <pc:spChg chg="add">
          <ac:chgData name="Sami Alshammari" userId="4f974268-3c7f-4197-a98a-371198480936" providerId="ADAL" clId="{5E71A105-2FD3-4CB5-93C1-7E936E5CFD91}" dt="2026-01-11T09:12:29.373" v="677" actId="26606"/>
          <ac:spMkLst>
            <pc:docMk/>
            <pc:sldMk cId="2338332355" sldId="274"/>
            <ac:spMk id="18" creationId="{4DA718D0-4865-4629-8134-44F68D41D574}"/>
          </ac:spMkLst>
        </pc:spChg>
        <pc:spChg chg="add">
          <ac:chgData name="Sami Alshammari" userId="4f974268-3c7f-4197-a98a-371198480936" providerId="ADAL" clId="{5E71A105-2FD3-4CB5-93C1-7E936E5CFD91}" dt="2026-01-11T09:12:29.373" v="677" actId="26606"/>
          <ac:spMkLst>
            <pc:docMk/>
            <pc:sldMk cId="2338332355" sldId="274"/>
            <ac:spMk id="24" creationId="{CBC4F608-B4B8-48C3-9572-C0F061B1CD99}"/>
          </ac:spMkLst>
        </pc:spChg>
        <pc:spChg chg="del">
          <ac:chgData name="Sami Alshammari" userId="4f974268-3c7f-4197-a98a-371198480936" providerId="ADAL" clId="{5E71A105-2FD3-4CB5-93C1-7E936E5CFD91}" dt="2026-01-11T09:09:39.672" v="642"/>
          <ac:spMkLst>
            <pc:docMk/>
            <pc:sldMk cId="2338332355" sldId="274"/>
            <ac:spMk id="36" creationId="{6F1890C7-110A-F633-E986-02902B6BD620}"/>
          </ac:spMkLst>
        </pc:spChg>
        <pc:spChg chg="del">
          <ac:chgData name="Sami Alshammari" userId="4f974268-3c7f-4197-a98a-371198480936" providerId="ADAL" clId="{5E71A105-2FD3-4CB5-93C1-7E936E5CFD91}" dt="2026-01-11T09:09:39.672" v="642"/>
          <ac:spMkLst>
            <pc:docMk/>
            <pc:sldMk cId="2338332355" sldId="274"/>
            <ac:spMk id="42" creationId="{E39D9132-AB89-DC16-AE34-0CAA51B03D78}"/>
          </ac:spMkLst>
        </pc:spChg>
        <pc:grpChg chg="add">
          <ac:chgData name="Sami Alshammari" userId="4f974268-3c7f-4197-a98a-371198480936" providerId="ADAL" clId="{5E71A105-2FD3-4CB5-93C1-7E936E5CFD91}" dt="2026-01-11T09:12:29.373" v="677" actId="26606"/>
          <ac:grpSpMkLst>
            <pc:docMk/>
            <pc:sldMk cId="2338332355" sldId="274"/>
            <ac:grpSpMk id="20" creationId="{65167ED7-6315-43AB-B1B6-C326D5FD8F84}"/>
          </ac:grpSpMkLst>
        </pc:grpChg>
        <pc:grpChg chg="del">
          <ac:chgData name="Sami Alshammari" userId="4f974268-3c7f-4197-a98a-371198480936" providerId="ADAL" clId="{5E71A105-2FD3-4CB5-93C1-7E936E5CFD91}" dt="2026-01-11T09:09:39.672" v="642"/>
          <ac:grpSpMkLst>
            <pc:docMk/>
            <pc:sldMk cId="2338332355" sldId="274"/>
            <ac:grpSpMk id="38" creationId="{ECF016CE-3159-7C94-4F6A-2A4D3C301431}"/>
          </ac:grpSpMkLst>
        </pc:grpChg>
      </pc:sldChg>
      <pc:sldChg chg="addSp delSp modSp add mod setBg delDesignElem">
        <pc:chgData name="Sami Alshammari" userId="4f974268-3c7f-4197-a98a-371198480936" providerId="ADAL" clId="{5E71A105-2FD3-4CB5-93C1-7E936E5CFD91}" dt="2026-01-11T09:16:33.878" v="750" actId="403"/>
        <pc:sldMkLst>
          <pc:docMk/>
          <pc:sldMk cId="4250893943" sldId="275"/>
        </pc:sldMkLst>
        <pc:spChg chg="mod">
          <ac:chgData name="Sami Alshammari" userId="4f974268-3c7f-4197-a98a-371198480936" providerId="ADAL" clId="{5E71A105-2FD3-4CB5-93C1-7E936E5CFD91}" dt="2026-01-11T09:16:33.878" v="750" actId="403"/>
          <ac:spMkLst>
            <pc:docMk/>
            <pc:sldMk cId="4250893943" sldId="275"/>
            <ac:spMk id="2" creationId="{7040C66A-6F53-4BB2-E5B4-3AE437FE2003}"/>
          </ac:spMkLst>
        </pc:spChg>
        <pc:spChg chg="mod">
          <ac:chgData name="Sami Alshammari" userId="4f974268-3c7f-4197-a98a-371198480936" providerId="ADAL" clId="{5E71A105-2FD3-4CB5-93C1-7E936E5CFD91}" dt="2026-01-11T09:16:28.394" v="745" actId="26606"/>
          <ac:spMkLst>
            <pc:docMk/>
            <pc:sldMk cId="4250893943" sldId="275"/>
            <ac:spMk id="13" creationId="{96951A71-C238-78EB-7A18-B7A4E7AA34DB}"/>
          </ac:spMkLst>
        </pc:spChg>
        <pc:spChg chg="add del">
          <ac:chgData name="Sami Alshammari" userId="4f974268-3c7f-4197-a98a-371198480936" providerId="ADAL" clId="{5E71A105-2FD3-4CB5-93C1-7E936E5CFD91}" dt="2026-01-11T09:16:28.370" v="744" actId="26606"/>
          <ac:spMkLst>
            <pc:docMk/>
            <pc:sldMk cId="4250893943" sldId="275"/>
            <ac:spMk id="15" creationId="{3AD318CC-E2A8-4E27-9548-A047A78999B1}"/>
          </ac:spMkLst>
        </pc:spChg>
        <pc:spChg chg="add del">
          <ac:chgData name="Sami Alshammari" userId="4f974268-3c7f-4197-a98a-371198480936" providerId="ADAL" clId="{5E71A105-2FD3-4CB5-93C1-7E936E5CFD91}" dt="2026-01-11T09:16:28.370" v="744" actId="26606"/>
          <ac:spMkLst>
            <pc:docMk/>
            <pc:sldMk cId="4250893943" sldId="275"/>
            <ac:spMk id="17" creationId="{2C1BBA94-3F40-40AA-8BB9-E69E25E537C1}"/>
          </ac:spMkLst>
        </pc:spChg>
        <pc:spChg chg="del">
          <ac:chgData name="Sami Alshammari" userId="4f974268-3c7f-4197-a98a-371198480936" providerId="ADAL" clId="{5E71A105-2FD3-4CB5-93C1-7E936E5CFD91}" dt="2026-01-11T09:13:04.347" v="683"/>
          <ac:spMkLst>
            <pc:docMk/>
            <pc:sldMk cId="4250893943" sldId="275"/>
            <ac:spMk id="18" creationId="{EE51C075-EE0A-ADC6-2853-E89893312224}"/>
          </ac:spMkLst>
        </pc:spChg>
        <pc:spChg chg="add">
          <ac:chgData name="Sami Alshammari" userId="4f974268-3c7f-4197-a98a-371198480936" providerId="ADAL" clId="{5E71A105-2FD3-4CB5-93C1-7E936E5CFD91}" dt="2026-01-11T09:16:28.394" v="745" actId="26606"/>
          <ac:spMkLst>
            <pc:docMk/>
            <pc:sldMk cId="4250893943" sldId="275"/>
            <ac:spMk id="22" creationId="{CD9FE4EF-C4D8-49A0-B2FF-81D8DB7D8A24}"/>
          </ac:spMkLst>
        </pc:spChg>
        <pc:spChg chg="del">
          <ac:chgData name="Sami Alshammari" userId="4f974268-3c7f-4197-a98a-371198480936" providerId="ADAL" clId="{5E71A105-2FD3-4CB5-93C1-7E936E5CFD91}" dt="2026-01-11T09:13:04.347" v="683"/>
          <ac:spMkLst>
            <pc:docMk/>
            <pc:sldMk cId="4250893943" sldId="275"/>
            <ac:spMk id="24" creationId="{C80A637E-AD44-483E-6B7C-AAAA5D33F5E7}"/>
          </ac:spMkLst>
        </pc:spChg>
        <pc:spChg chg="add">
          <ac:chgData name="Sami Alshammari" userId="4f974268-3c7f-4197-a98a-371198480936" providerId="ADAL" clId="{5E71A105-2FD3-4CB5-93C1-7E936E5CFD91}" dt="2026-01-11T09:16:28.394" v="745" actId="26606"/>
          <ac:spMkLst>
            <pc:docMk/>
            <pc:sldMk cId="4250893943" sldId="275"/>
            <ac:spMk id="25" creationId="{09588DA8-065E-4F6F-8EFD-43104AB2E0CF}"/>
          </ac:spMkLst>
        </pc:spChg>
        <pc:spChg chg="add">
          <ac:chgData name="Sami Alshammari" userId="4f974268-3c7f-4197-a98a-371198480936" providerId="ADAL" clId="{5E71A105-2FD3-4CB5-93C1-7E936E5CFD91}" dt="2026-01-11T09:16:28.394" v="745" actId="26606"/>
          <ac:spMkLst>
            <pc:docMk/>
            <pc:sldMk cId="4250893943" sldId="275"/>
            <ac:spMk id="26" creationId="{D2B78728-A580-49A7-84F9-6EF6F583ADE0}"/>
          </ac:spMkLst>
        </pc:spChg>
        <pc:spChg chg="add">
          <ac:chgData name="Sami Alshammari" userId="4f974268-3c7f-4197-a98a-371198480936" providerId="ADAL" clId="{5E71A105-2FD3-4CB5-93C1-7E936E5CFD91}" dt="2026-01-11T09:16:28.394" v="745" actId="26606"/>
          <ac:spMkLst>
            <pc:docMk/>
            <pc:sldMk cId="4250893943" sldId="275"/>
            <ac:spMk id="27" creationId="{C4285719-470E-454C-AF62-8323075F1F5B}"/>
          </ac:spMkLst>
        </pc:spChg>
        <pc:spChg chg="add">
          <ac:chgData name="Sami Alshammari" userId="4f974268-3c7f-4197-a98a-371198480936" providerId="ADAL" clId="{5E71A105-2FD3-4CB5-93C1-7E936E5CFD91}" dt="2026-01-11T09:16:28.394" v="745" actId="26606"/>
          <ac:spMkLst>
            <pc:docMk/>
            <pc:sldMk cId="4250893943" sldId="275"/>
            <ac:spMk id="28" creationId="{38FAA1A1-D861-433F-88FA-1E9D6FD31D11}"/>
          </ac:spMkLst>
        </pc:spChg>
        <pc:spChg chg="add">
          <ac:chgData name="Sami Alshammari" userId="4f974268-3c7f-4197-a98a-371198480936" providerId="ADAL" clId="{5E71A105-2FD3-4CB5-93C1-7E936E5CFD91}" dt="2026-01-11T09:16:28.394" v="745" actId="26606"/>
          <ac:spMkLst>
            <pc:docMk/>
            <pc:sldMk cId="4250893943" sldId="275"/>
            <ac:spMk id="29" creationId="{4300840D-0A0B-4512-BACA-B439D5B9C57C}"/>
          </ac:spMkLst>
        </pc:spChg>
        <pc:spChg chg="add">
          <ac:chgData name="Sami Alshammari" userId="4f974268-3c7f-4197-a98a-371198480936" providerId="ADAL" clId="{5E71A105-2FD3-4CB5-93C1-7E936E5CFD91}" dt="2026-01-11T09:16:28.394" v="745" actId="26606"/>
          <ac:spMkLst>
            <pc:docMk/>
            <pc:sldMk cId="4250893943" sldId="275"/>
            <ac:spMk id="30" creationId="{8D71EDA1-87BF-4D5D-AB79-F346FD19278A}"/>
          </ac:spMkLst>
        </pc:spChg>
        <pc:grpChg chg="add del">
          <ac:chgData name="Sami Alshammari" userId="4f974268-3c7f-4197-a98a-371198480936" providerId="ADAL" clId="{5E71A105-2FD3-4CB5-93C1-7E936E5CFD91}" dt="2026-01-11T09:16:28.370" v="744" actId="26606"/>
          <ac:grpSpMkLst>
            <pc:docMk/>
            <pc:sldMk cId="4250893943" sldId="275"/>
            <ac:grpSpMk id="16" creationId="{B14B560F-9DD7-4302-A60B-EBD3EF59B073}"/>
          </ac:grpSpMkLst>
        </pc:grpChg>
        <pc:grpChg chg="del">
          <ac:chgData name="Sami Alshammari" userId="4f974268-3c7f-4197-a98a-371198480936" providerId="ADAL" clId="{5E71A105-2FD3-4CB5-93C1-7E936E5CFD91}" dt="2026-01-11T09:13:04.347" v="683"/>
          <ac:grpSpMkLst>
            <pc:docMk/>
            <pc:sldMk cId="4250893943" sldId="275"/>
            <ac:grpSpMk id="20" creationId="{D55AB375-4496-4A56-5664-AAD444050C58}"/>
          </ac:grpSpMkLst>
        </pc:grpChg>
      </pc:sldChg>
      <pc:sldChg chg="addSp delSp modSp add mod setBg delDesignElem">
        <pc:chgData name="Sami Alshammari" userId="4f974268-3c7f-4197-a98a-371198480936" providerId="ADAL" clId="{5E71A105-2FD3-4CB5-93C1-7E936E5CFD91}" dt="2026-01-11T10:04:49.948" v="911" actId="1076"/>
        <pc:sldMkLst>
          <pc:docMk/>
          <pc:sldMk cId="2520024264" sldId="276"/>
        </pc:sldMkLst>
        <pc:spChg chg="mod">
          <ac:chgData name="Sami Alshammari" userId="4f974268-3c7f-4197-a98a-371198480936" providerId="ADAL" clId="{5E71A105-2FD3-4CB5-93C1-7E936E5CFD91}" dt="2026-01-11T10:01:08.782" v="877" actId="20577"/>
          <ac:spMkLst>
            <pc:docMk/>
            <pc:sldMk cId="2520024264" sldId="276"/>
            <ac:spMk id="2" creationId="{D6D198B8-C73A-4F8A-C01E-5A29CF7581F9}"/>
          </ac:spMkLst>
        </pc:spChg>
        <pc:spChg chg="add mod">
          <ac:chgData name="Sami Alshammari" userId="4f974268-3c7f-4197-a98a-371198480936" providerId="ADAL" clId="{5E71A105-2FD3-4CB5-93C1-7E936E5CFD91}" dt="2026-01-11T10:04:49.948" v="911" actId="1076"/>
          <ac:spMkLst>
            <pc:docMk/>
            <pc:sldMk cId="2520024264" sldId="276"/>
            <ac:spMk id="4" creationId="{AEECC4F0-3766-61A7-85BC-574A289BB15E}"/>
          </ac:spMkLst>
        </pc:spChg>
        <pc:spChg chg="add del mod">
          <ac:chgData name="Sami Alshammari" userId="4f974268-3c7f-4197-a98a-371198480936" providerId="ADAL" clId="{5E71A105-2FD3-4CB5-93C1-7E936E5CFD91}" dt="2026-01-11T09:59:29.564" v="855" actId="26606"/>
          <ac:spMkLst>
            <pc:docMk/>
            <pc:sldMk cId="2520024264" sldId="276"/>
            <ac:spMk id="13" creationId="{D32B3913-CB2D-1F51-51A6-8E273DD9BD7F}"/>
          </ac:spMkLst>
        </pc:spChg>
        <pc:spChg chg="add del">
          <ac:chgData name="Sami Alshammari" userId="4f974268-3c7f-4197-a98a-371198480936" providerId="ADAL" clId="{5E71A105-2FD3-4CB5-93C1-7E936E5CFD91}" dt="2026-01-11T09:58:48.821" v="835" actId="26606"/>
          <ac:spMkLst>
            <pc:docMk/>
            <pc:sldMk cId="2520024264" sldId="276"/>
            <ac:spMk id="17" creationId="{CBC4F608-B4B8-48C3-9572-C0F061B1CD99}"/>
          </ac:spMkLst>
        </pc:spChg>
        <pc:spChg chg="add del">
          <ac:chgData name="Sami Alshammari" userId="4f974268-3c7f-4197-a98a-371198480936" providerId="ADAL" clId="{5E71A105-2FD3-4CB5-93C1-7E936E5CFD91}" dt="2026-01-11T09:59:02.581" v="838" actId="26606"/>
          <ac:spMkLst>
            <pc:docMk/>
            <pc:sldMk cId="2520024264" sldId="276"/>
            <ac:spMk id="18" creationId="{4DA718D0-4865-4629-8134-44F68D41D574}"/>
          </ac:spMkLst>
        </pc:spChg>
        <pc:spChg chg="add del">
          <ac:chgData name="Sami Alshammari" userId="4f974268-3c7f-4197-a98a-371198480936" providerId="ADAL" clId="{5E71A105-2FD3-4CB5-93C1-7E936E5CFD91}" dt="2026-01-11T09:58:48.821" v="835" actId="26606"/>
          <ac:spMkLst>
            <pc:docMk/>
            <pc:sldMk cId="2520024264" sldId="276"/>
            <ac:spMk id="19" creationId="{0DEDCC5D-8B8A-40DB-BE90-A3AA27C64A78}"/>
          </ac:spMkLst>
        </pc:spChg>
        <pc:spChg chg="del">
          <ac:chgData name="Sami Alshammari" userId="4f974268-3c7f-4197-a98a-371198480936" providerId="ADAL" clId="{5E71A105-2FD3-4CB5-93C1-7E936E5CFD91}" dt="2026-01-11T09:18:54.891" v="752"/>
          <ac:spMkLst>
            <pc:docMk/>
            <pc:sldMk cId="2520024264" sldId="276"/>
            <ac:spMk id="22" creationId="{892CBBD8-5787-9F0E-72B5-FCEB753019C6}"/>
          </ac:spMkLst>
        </pc:spChg>
        <pc:spChg chg="add del">
          <ac:chgData name="Sami Alshammari" userId="4f974268-3c7f-4197-a98a-371198480936" providerId="ADAL" clId="{5E71A105-2FD3-4CB5-93C1-7E936E5CFD91}" dt="2026-01-11T09:59:02.581" v="838" actId="26606"/>
          <ac:spMkLst>
            <pc:docMk/>
            <pc:sldMk cId="2520024264" sldId="276"/>
            <ac:spMk id="24" creationId="{CBC4F608-B4B8-48C3-9572-C0F061B1CD99}"/>
          </ac:spMkLst>
        </pc:spChg>
        <pc:spChg chg="del">
          <ac:chgData name="Sami Alshammari" userId="4f974268-3c7f-4197-a98a-371198480936" providerId="ADAL" clId="{5E71A105-2FD3-4CB5-93C1-7E936E5CFD91}" dt="2026-01-11T09:18:54.891" v="752"/>
          <ac:spMkLst>
            <pc:docMk/>
            <pc:sldMk cId="2520024264" sldId="276"/>
            <ac:spMk id="25" creationId="{4C69DB99-3BA8-0B30-1EFF-9235D4BE46BC}"/>
          </ac:spMkLst>
        </pc:spChg>
        <pc:spChg chg="del">
          <ac:chgData name="Sami Alshammari" userId="4f974268-3c7f-4197-a98a-371198480936" providerId="ADAL" clId="{5E71A105-2FD3-4CB5-93C1-7E936E5CFD91}" dt="2026-01-11T09:18:54.891" v="752"/>
          <ac:spMkLst>
            <pc:docMk/>
            <pc:sldMk cId="2520024264" sldId="276"/>
            <ac:spMk id="26" creationId="{EEAE3698-7817-026C-3FCD-5AEAEB255D64}"/>
          </ac:spMkLst>
        </pc:spChg>
        <pc:spChg chg="del">
          <ac:chgData name="Sami Alshammari" userId="4f974268-3c7f-4197-a98a-371198480936" providerId="ADAL" clId="{5E71A105-2FD3-4CB5-93C1-7E936E5CFD91}" dt="2026-01-11T09:18:54.891" v="752"/>
          <ac:spMkLst>
            <pc:docMk/>
            <pc:sldMk cId="2520024264" sldId="276"/>
            <ac:spMk id="27" creationId="{BB192AB8-DA7C-508D-ADD0-5891BC30478D}"/>
          </ac:spMkLst>
        </pc:spChg>
        <pc:spChg chg="del">
          <ac:chgData name="Sami Alshammari" userId="4f974268-3c7f-4197-a98a-371198480936" providerId="ADAL" clId="{5E71A105-2FD3-4CB5-93C1-7E936E5CFD91}" dt="2026-01-11T09:18:54.891" v="752"/>
          <ac:spMkLst>
            <pc:docMk/>
            <pc:sldMk cId="2520024264" sldId="276"/>
            <ac:spMk id="28" creationId="{C24046D7-95E4-786B-2974-784BE985BDD7}"/>
          </ac:spMkLst>
        </pc:spChg>
        <pc:spChg chg="del">
          <ac:chgData name="Sami Alshammari" userId="4f974268-3c7f-4197-a98a-371198480936" providerId="ADAL" clId="{5E71A105-2FD3-4CB5-93C1-7E936E5CFD91}" dt="2026-01-11T09:18:54.891" v="752"/>
          <ac:spMkLst>
            <pc:docMk/>
            <pc:sldMk cId="2520024264" sldId="276"/>
            <ac:spMk id="29" creationId="{B428EEDE-DC5C-F18B-A408-58FD3C4BACB2}"/>
          </ac:spMkLst>
        </pc:spChg>
        <pc:spChg chg="del">
          <ac:chgData name="Sami Alshammari" userId="4f974268-3c7f-4197-a98a-371198480936" providerId="ADAL" clId="{5E71A105-2FD3-4CB5-93C1-7E936E5CFD91}" dt="2026-01-11T09:18:54.891" v="752"/>
          <ac:spMkLst>
            <pc:docMk/>
            <pc:sldMk cId="2520024264" sldId="276"/>
            <ac:spMk id="30" creationId="{E1B6570E-6E9E-89A2-BFE5-D7407DB60B6A}"/>
          </ac:spMkLst>
        </pc:spChg>
        <pc:spChg chg="add del">
          <ac:chgData name="Sami Alshammari" userId="4f974268-3c7f-4197-a98a-371198480936" providerId="ADAL" clId="{5E71A105-2FD3-4CB5-93C1-7E936E5CFD91}" dt="2026-01-11T09:59:02.581" v="838" actId="26606"/>
          <ac:spMkLst>
            <pc:docMk/>
            <pc:sldMk cId="2520024264" sldId="276"/>
            <ac:spMk id="33" creationId="{D32B3913-CB2D-1F51-51A6-8E273DD9BD7F}"/>
          </ac:spMkLst>
        </pc:spChg>
        <pc:spChg chg="add del">
          <ac:chgData name="Sami Alshammari" userId="4f974268-3c7f-4197-a98a-371198480936" providerId="ADAL" clId="{5E71A105-2FD3-4CB5-93C1-7E936E5CFD91}" dt="2026-01-11T09:59:29.535" v="854" actId="26606"/>
          <ac:spMkLst>
            <pc:docMk/>
            <pc:sldMk cId="2520024264" sldId="276"/>
            <ac:spMk id="34" creationId="{3AB72E55-43E4-4356-BFE8-E2102CB0B505}"/>
          </ac:spMkLst>
        </pc:spChg>
        <pc:spChg chg="add del">
          <ac:chgData name="Sami Alshammari" userId="4f974268-3c7f-4197-a98a-371198480936" providerId="ADAL" clId="{5E71A105-2FD3-4CB5-93C1-7E936E5CFD91}" dt="2026-01-11T09:59:03.421" v="840" actId="26606"/>
          <ac:spMkLst>
            <pc:docMk/>
            <pc:sldMk cId="2520024264" sldId="276"/>
            <ac:spMk id="35" creationId="{3AD318CC-E2A8-4E27-9548-A047A78999B1}"/>
          </ac:spMkLst>
        </pc:spChg>
        <pc:spChg chg="add del">
          <ac:chgData name="Sami Alshammari" userId="4f974268-3c7f-4197-a98a-371198480936" providerId="ADAL" clId="{5E71A105-2FD3-4CB5-93C1-7E936E5CFD91}" dt="2026-01-11T09:59:03.421" v="840" actId="26606"/>
          <ac:spMkLst>
            <pc:docMk/>
            <pc:sldMk cId="2520024264" sldId="276"/>
            <ac:spMk id="39" creationId="{2C1BBA94-3F40-40AA-8BB9-E69E25E537C1}"/>
          </ac:spMkLst>
        </pc:spChg>
        <pc:spChg chg="add del">
          <ac:chgData name="Sami Alshammari" userId="4f974268-3c7f-4197-a98a-371198480936" providerId="ADAL" clId="{5E71A105-2FD3-4CB5-93C1-7E936E5CFD91}" dt="2026-01-11T09:59:03.421" v="840" actId="26606"/>
          <ac:spMkLst>
            <pc:docMk/>
            <pc:sldMk cId="2520024264" sldId="276"/>
            <ac:spMk id="40" creationId="{D32B3913-CB2D-1F51-51A6-8E273DD9BD7F}"/>
          </ac:spMkLst>
        </pc:spChg>
        <pc:spChg chg="add del">
          <ac:chgData name="Sami Alshammari" userId="4f974268-3c7f-4197-a98a-371198480936" providerId="ADAL" clId="{5E71A105-2FD3-4CB5-93C1-7E936E5CFD91}" dt="2026-01-11T09:59:07.983" v="842" actId="26606"/>
          <ac:spMkLst>
            <pc:docMk/>
            <pc:sldMk cId="2520024264" sldId="276"/>
            <ac:spMk id="42" creationId="{18873D23-2DCF-4B31-A009-95721C06E8E1}"/>
          </ac:spMkLst>
        </pc:spChg>
        <pc:spChg chg="add del">
          <ac:chgData name="Sami Alshammari" userId="4f974268-3c7f-4197-a98a-371198480936" providerId="ADAL" clId="{5E71A105-2FD3-4CB5-93C1-7E936E5CFD91}" dt="2026-01-11T09:59:07.983" v="842" actId="26606"/>
          <ac:spMkLst>
            <pc:docMk/>
            <pc:sldMk cId="2520024264" sldId="276"/>
            <ac:spMk id="43" creationId="{C13EF075-D4EF-4929-ADBC-91B27DA19955}"/>
          </ac:spMkLst>
        </pc:spChg>
        <pc:spChg chg="add del">
          <ac:chgData name="Sami Alshammari" userId="4f974268-3c7f-4197-a98a-371198480936" providerId="ADAL" clId="{5E71A105-2FD3-4CB5-93C1-7E936E5CFD91}" dt="2026-01-11T09:59:07.983" v="842" actId="26606"/>
          <ac:spMkLst>
            <pc:docMk/>
            <pc:sldMk cId="2520024264" sldId="276"/>
            <ac:spMk id="48" creationId="{D32B3913-CB2D-1F51-51A6-8E273DD9BD7F}"/>
          </ac:spMkLst>
        </pc:spChg>
        <pc:spChg chg="add del">
          <ac:chgData name="Sami Alshammari" userId="4f974268-3c7f-4197-a98a-371198480936" providerId="ADAL" clId="{5E71A105-2FD3-4CB5-93C1-7E936E5CFD91}" dt="2026-01-11T09:59:17.968" v="844" actId="26606"/>
          <ac:spMkLst>
            <pc:docMk/>
            <pc:sldMk cId="2520024264" sldId="276"/>
            <ac:spMk id="50" creationId="{5C8908E2-EE49-44D2-9428-A28D2312A8D5}"/>
          </ac:spMkLst>
        </pc:spChg>
        <pc:spChg chg="add del">
          <ac:chgData name="Sami Alshammari" userId="4f974268-3c7f-4197-a98a-371198480936" providerId="ADAL" clId="{5E71A105-2FD3-4CB5-93C1-7E936E5CFD91}" dt="2026-01-11T09:59:17.968" v="844" actId="26606"/>
          <ac:spMkLst>
            <pc:docMk/>
            <pc:sldMk cId="2520024264" sldId="276"/>
            <ac:spMk id="54" creationId="{BD92035A-AA2F-4CD8-A556-1CE8BDEC75BD}"/>
          </ac:spMkLst>
        </pc:spChg>
        <pc:spChg chg="add del">
          <ac:chgData name="Sami Alshammari" userId="4f974268-3c7f-4197-a98a-371198480936" providerId="ADAL" clId="{5E71A105-2FD3-4CB5-93C1-7E936E5CFD91}" dt="2026-01-11T09:59:17.968" v="844" actId="26606"/>
          <ac:spMkLst>
            <pc:docMk/>
            <pc:sldMk cId="2520024264" sldId="276"/>
            <ac:spMk id="55" creationId="{ED888B23-07FA-482A-96DF-47E31AF1A603}"/>
          </ac:spMkLst>
        </pc:spChg>
        <pc:spChg chg="add del">
          <ac:chgData name="Sami Alshammari" userId="4f974268-3c7f-4197-a98a-371198480936" providerId="ADAL" clId="{5E71A105-2FD3-4CB5-93C1-7E936E5CFD91}" dt="2026-01-11T09:59:17.968" v="844" actId="26606"/>
          <ac:spMkLst>
            <pc:docMk/>
            <pc:sldMk cId="2520024264" sldId="276"/>
            <ac:spMk id="56" creationId="{D32B3913-CB2D-1F51-51A6-8E273DD9BD7F}"/>
          </ac:spMkLst>
        </pc:spChg>
        <pc:spChg chg="add del">
          <ac:chgData name="Sami Alshammari" userId="4f974268-3c7f-4197-a98a-371198480936" providerId="ADAL" clId="{5E71A105-2FD3-4CB5-93C1-7E936E5CFD91}" dt="2026-01-11T09:59:19.790" v="846" actId="26606"/>
          <ac:spMkLst>
            <pc:docMk/>
            <pc:sldMk cId="2520024264" sldId="276"/>
            <ac:spMk id="58" creationId="{081EA652-8C6A-4E69-BEB9-170809474553}"/>
          </ac:spMkLst>
        </pc:spChg>
        <pc:spChg chg="add del">
          <ac:chgData name="Sami Alshammari" userId="4f974268-3c7f-4197-a98a-371198480936" providerId="ADAL" clId="{5E71A105-2FD3-4CB5-93C1-7E936E5CFD91}" dt="2026-01-11T09:59:19.790" v="846" actId="26606"/>
          <ac:spMkLst>
            <pc:docMk/>
            <pc:sldMk cId="2520024264" sldId="276"/>
            <ac:spMk id="59" creationId="{A4026A73-1F7F-49F2-B319-8CA3B3D53269}"/>
          </ac:spMkLst>
        </pc:spChg>
        <pc:spChg chg="add del">
          <ac:chgData name="Sami Alshammari" userId="4f974268-3c7f-4197-a98a-371198480936" providerId="ADAL" clId="{5E71A105-2FD3-4CB5-93C1-7E936E5CFD91}" dt="2026-01-11T09:59:19.790" v="846" actId="26606"/>
          <ac:spMkLst>
            <pc:docMk/>
            <pc:sldMk cId="2520024264" sldId="276"/>
            <ac:spMk id="60" creationId="{5298780A-33B9-4EA2-8F67-DE68AD62841B}"/>
          </ac:spMkLst>
        </pc:spChg>
        <pc:spChg chg="add del">
          <ac:chgData name="Sami Alshammari" userId="4f974268-3c7f-4197-a98a-371198480936" providerId="ADAL" clId="{5E71A105-2FD3-4CB5-93C1-7E936E5CFD91}" dt="2026-01-11T09:59:19.790" v="846" actId="26606"/>
          <ac:spMkLst>
            <pc:docMk/>
            <pc:sldMk cId="2520024264" sldId="276"/>
            <ac:spMk id="61" creationId="{7F488E8B-4E1E-4402-8935-D4E6C02615C7}"/>
          </ac:spMkLst>
        </pc:spChg>
        <pc:spChg chg="add del">
          <ac:chgData name="Sami Alshammari" userId="4f974268-3c7f-4197-a98a-371198480936" providerId="ADAL" clId="{5E71A105-2FD3-4CB5-93C1-7E936E5CFD91}" dt="2026-01-11T09:59:19.790" v="846" actId="26606"/>
          <ac:spMkLst>
            <pc:docMk/>
            <pc:sldMk cId="2520024264" sldId="276"/>
            <ac:spMk id="63" creationId="{D32B3913-CB2D-1F51-51A6-8E273DD9BD7F}"/>
          </ac:spMkLst>
        </pc:spChg>
        <pc:spChg chg="add del">
          <ac:chgData name="Sami Alshammari" userId="4f974268-3c7f-4197-a98a-371198480936" providerId="ADAL" clId="{5E71A105-2FD3-4CB5-93C1-7E936E5CFD91}" dt="2026-01-11T09:59:26.536" v="848" actId="26606"/>
          <ac:spMkLst>
            <pc:docMk/>
            <pc:sldMk cId="2520024264" sldId="276"/>
            <ac:spMk id="65" creationId="{5C8908E2-EE49-44D2-9428-A28D2312A8D5}"/>
          </ac:spMkLst>
        </pc:spChg>
        <pc:spChg chg="add del">
          <ac:chgData name="Sami Alshammari" userId="4f974268-3c7f-4197-a98a-371198480936" providerId="ADAL" clId="{5E71A105-2FD3-4CB5-93C1-7E936E5CFD91}" dt="2026-01-11T09:59:26.536" v="848" actId="26606"/>
          <ac:spMkLst>
            <pc:docMk/>
            <pc:sldMk cId="2520024264" sldId="276"/>
            <ac:spMk id="69" creationId="{D06891CE-5B9C-4B9E-AA78-3A5E25434F86}"/>
          </ac:spMkLst>
        </pc:spChg>
        <pc:spChg chg="add del">
          <ac:chgData name="Sami Alshammari" userId="4f974268-3c7f-4197-a98a-371198480936" providerId="ADAL" clId="{5E71A105-2FD3-4CB5-93C1-7E936E5CFD91}" dt="2026-01-11T09:59:26.536" v="848" actId="26606"/>
          <ac:spMkLst>
            <pc:docMk/>
            <pc:sldMk cId="2520024264" sldId="276"/>
            <ac:spMk id="70" creationId="{ED888B23-07FA-482A-96DF-47E31AF1A603}"/>
          </ac:spMkLst>
        </pc:spChg>
        <pc:spChg chg="add del">
          <ac:chgData name="Sami Alshammari" userId="4f974268-3c7f-4197-a98a-371198480936" providerId="ADAL" clId="{5E71A105-2FD3-4CB5-93C1-7E936E5CFD91}" dt="2026-01-11T09:59:26.536" v="848" actId="26606"/>
          <ac:spMkLst>
            <pc:docMk/>
            <pc:sldMk cId="2520024264" sldId="276"/>
            <ac:spMk id="71" creationId="{D32B3913-CB2D-1F51-51A6-8E273DD9BD7F}"/>
          </ac:spMkLst>
        </pc:spChg>
        <pc:spChg chg="add del">
          <ac:chgData name="Sami Alshammari" userId="4f974268-3c7f-4197-a98a-371198480936" providerId="ADAL" clId="{5E71A105-2FD3-4CB5-93C1-7E936E5CFD91}" dt="2026-01-11T09:59:27.296" v="851" actId="26606"/>
          <ac:spMkLst>
            <pc:docMk/>
            <pc:sldMk cId="2520024264" sldId="276"/>
            <ac:spMk id="73" creationId="{DABCE0FB-ADDD-4B37-A958-519663E8E16E}"/>
          </ac:spMkLst>
        </pc:spChg>
        <pc:spChg chg="add del">
          <ac:chgData name="Sami Alshammari" userId="4f974268-3c7f-4197-a98a-371198480936" providerId="ADAL" clId="{5E71A105-2FD3-4CB5-93C1-7E936E5CFD91}" dt="2026-01-11T09:59:27.296" v="851" actId="26606"/>
          <ac:spMkLst>
            <pc:docMk/>
            <pc:sldMk cId="2520024264" sldId="276"/>
            <ac:spMk id="74" creationId="{1F8A981E-6C01-464B-9B2A-810AFEC27C6B}"/>
          </ac:spMkLst>
        </pc:spChg>
        <pc:spChg chg="add del">
          <ac:chgData name="Sami Alshammari" userId="4f974268-3c7f-4197-a98a-371198480936" providerId="ADAL" clId="{5E71A105-2FD3-4CB5-93C1-7E936E5CFD91}" dt="2026-01-11T09:59:27.296" v="851" actId="26606"/>
          <ac:spMkLst>
            <pc:docMk/>
            <pc:sldMk cId="2520024264" sldId="276"/>
            <ac:spMk id="76" creationId="{D32B3913-CB2D-1F51-51A6-8E273DD9BD7F}"/>
          </ac:spMkLst>
        </pc:spChg>
        <pc:spChg chg="add del">
          <ac:chgData name="Sami Alshammari" userId="4f974268-3c7f-4197-a98a-371198480936" providerId="ADAL" clId="{5E71A105-2FD3-4CB5-93C1-7E936E5CFD91}" dt="2026-01-11T09:59:29.535" v="854" actId="26606"/>
          <ac:spMkLst>
            <pc:docMk/>
            <pc:sldMk cId="2520024264" sldId="276"/>
            <ac:spMk id="82" creationId="{F837543A-6020-4505-A233-C9DB4BF74011}"/>
          </ac:spMkLst>
        </pc:spChg>
        <pc:spChg chg="add del">
          <ac:chgData name="Sami Alshammari" userId="4f974268-3c7f-4197-a98a-371198480936" providerId="ADAL" clId="{5E71A105-2FD3-4CB5-93C1-7E936E5CFD91}" dt="2026-01-11T09:59:29.535" v="854" actId="26606"/>
          <ac:spMkLst>
            <pc:docMk/>
            <pc:sldMk cId="2520024264" sldId="276"/>
            <ac:spMk id="83" creationId="{35B16301-FB18-48BA-A6DD-C37CAF6F9A18}"/>
          </ac:spMkLst>
        </pc:spChg>
        <pc:spChg chg="add del">
          <ac:chgData name="Sami Alshammari" userId="4f974268-3c7f-4197-a98a-371198480936" providerId="ADAL" clId="{5E71A105-2FD3-4CB5-93C1-7E936E5CFD91}" dt="2026-01-11T09:59:29.535" v="854" actId="26606"/>
          <ac:spMkLst>
            <pc:docMk/>
            <pc:sldMk cId="2520024264" sldId="276"/>
            <ac:spMk id="84" creationId="{D32B3913-CB2D-1F51-51A6-8E273DD9BD7F}"/>
          </ac:spMkLst>
        </pc:spChg>
        <pc:spChg chg="add del">
          <ac:chgData name="Sami Alshammari" userId="4f974268-3c7f-4197-a98a-371198480936" providerId="ADAL" clId="{5E71A105-2FD3-4CB5-93C1-7E936E5CFD91}" dt="2026-01-11T09:59:29.535" v="854" actId="26606"/>
          <ac:spMkLst>
            <pc:docMk/>
            <pc:sldMk cId="2520024264" sldId="276"/>
            <ac:spMk id="85" creationId="{C3C0D90E-074A-4F52-9B11-B52BEF4BCBE5}"/>
          </ac:spMkLst>
        </pc:spChg>
        <pc:spChg chg="add del">
          <ac:chgData name="Sami Alshammari" userId="4f974268-3c7f-4197-a98a-371198480936" providerId="ADAL" clId="{5E71A105-2FD3-4CB5-93C1-7E936E5CFD91}" dt="2026-01-11T09:59:29.535" v="854" actId="26606"/>
          <ac:spMkLst>
            <pc:docMk/>
            <pc:sldMk cId="2520024264" sldId="276"/>
            <ac:spMk id="86" creationId="{CABBD4C1-E6F8-46F6-8152-A8A97490BF4D}"/>
          </ac:spMkLst>
        </pc:spChg>
        <pc:spChg chg="add del">
          <ac:chgData name="Sami Alshammari" userId="4f974268-3c7f-4197-a98a-371198480936" providerId="ADAL" clId="{5E71A105-2FD3-4CB5-93C1-7E936E5CFD91}" dt="2026-01-11T09:59:29.535" v="854" actId="26606"/>
          <ac:spMkLst>
            <pc:docMk/>
            <pc:sldMk cId="2520024264" sldId="276"/>
            <ac:spMk id="87" creationId="{83BA5EF5-1FE9-4BF9-83BB-269BCDDF6156}"/>
          </ac:spMkLst>
        </pc:spChg>
        <pc:spChg chg="add del">
          <ac:chgData name="Sami Alshammari" userId="4f974268-3c7f-4197-a98a-371198480936" providerId="ADAL" clId="{5E71A105-2FD3-4CB5-93C1-7E936E5CFD91}" dt="2026-01-11T09:59:29.535" v="854" actId="26606"/>
          <ac:spMkLst>
            <pc:docMk/>
            <pc:sldMk cId="2520024264" sldId="276"/>
            <ac:spMk id="89" creationId="{88853921-7BC9-4BDE-ACAB-133C683C82D6}"/>
          </ac:spMkLst>
        </pc:spChg>
        <pc:spChg chg="add">
          <ac:chgData name="Sami Alshammari" userId="4f974268-3c7f-4197-a98a-371198480936" providerId="ADAL" clId="{5E71A105-2FD3-4CB5-93C1-7E936E5CFD91}" dt="2026-01-11T09:59:29.564" v="855" actId="26606"/>
          <ac:spMkLst>
            <pc:docMk/>
            <pc:sldMk cId="2520024264" sldId="276"/>
            <ac:spMk id="91" creationId="{081EA652-8C6A-4E69-BEB9-170809474553}"/>
          </ac:spMkLst>
        </pc:spChg>
        <pc:spChg chg="add">
          <ac:chgData name="Sami Alshammari" userId="4f974268-3c7f-4197-a98a-371198480936" providerId="ADAL" clId="{5E71A105-2FD3-4CB5-93C1-7E936E5CFD91}" dt="2026-01-11T09:59:29.564" v="855" actId="26606"/>
          <ac:spMkLst>
            <pc:docMk/>
            <pc:sldMk cId="2520024264" sldId="276"/>
            <ac:spMk id="92" creationId="{5298780A-33B9-4EA2-8F67-DE68AD62841B}"/>
          </ac:spMkLst>
        </pc:spChg>
        <pc:spChg chg="add">
          <ac:chgData name="Sami Alshammari" userId="4f974268-3c7f-4197-a98a-371198480936" providerId="ADAL" clId="{5E71A105-2FD3-4CB5-93C1-7E936E5CFD91}" dt="2026-01-11T09:59:29.564" v="855" actId="26606"/>
          <ac:spMkLst>
            <pc:docMk/>
            <pc:sldMk cId="2520024264" sldId="276"/>
            <ac:spMk id="93" creationId="{7F488E8B-4E1E-4402-8935-D4E6C02615C7}"/>
          </ac:spMkLst>
        </pc:spChg>
        <pc:spChg chg="add mod">
          <ac:chgData name="Sami Alshammari" userId="4f974268-3c7f-4197-a98a-371198480936" providerId="ADAL" clId="{5E71A105-2FD3-4CB5-93C1-7E936E5CFD91}" dt="2026-01-11T10:04:44.804" v="910" actId="27636"/>
          <ac:spMkLst>
            <pc:docMk/>
            <pc:sldMk cId="2520024264" sldId="276"/>
            <ac:spMk id="95" creationId="{D32B3913-CB2D-1F51-51A6-8E273DD9BD7F}"/>
          </ac:spMkLst>
        </pc:spChg>
        <pc:grpChg chg="add del">
          <ac:chgData name="Sami Alshammari" userId="4f974268-3c7f-4197-a98a-371198480936" providerId="ADAL" clId="{5E71A105-2FD3-4CB5-93C1-7E936E5CFD91}" dt="2026-01-11T09:59:02.581" v="838" actId="26606"/>
          <ac:grpSpMkLst>
            <pc:docMk/>
            <pc:sldMk cId="2520024264" sldId="276"/>
            <ac:grpSpMk id="20" creationId="{65167ED7-6315-43AB-B1B6-C326D5FD8F84}"/>
          </ac:grpSpMkLst>
        </pc:grpChg>
        <pc:grpChg chg="add del">
          <ac:chgData name="Sami Alshammari" userId="4f974268-3c7f-4197-a98a-371198480936" providerId="ADAL" clId="{5E71A105-2FD3-4CB5-93C1-7E936E5CFD91}" dt="2026-01-11T09:58:48.821" v="835" actId="26606"/>
          <ac:grpSpMkLst>
            <pc:docMk/>
            <pc:sldMk cId="2520024264" sldId="276"/>
            <ac:grpSpMk id="21" creationId="{65167ED7-6315-43AB-B1B6-C326D5FD8F84}"/>
          </ac:grpSpMkLst>
        </pc:grpChg>
        <pc:grpChg chg="add del">
          <ac:chgData name="Sami Alshammari" userId="4f974268-3c7f-4197-a98a-371198480936" providerId="ADAL" clId="{5E71A105-2FD3-4CB5-93C1-7E936E5CFD91}" dt="2026-01-11T09:59:03.421" v="840" actId="26606"/>
          <ac:grpSpMkLst>
            <pc:docMk/>
            <pc:sldMk cId="2520024264" sldId="276"/>
            <ac:grpSpMk id="36" creationId="{B14B560F-9DD7-4302-A60B-EBD3EF59B073}"/>
          </ac:grpSpMkLst>
        </pc:grpChg>
        <pc:grpChg chg="add del">
          <ac:chgData name="Sami Alshammari" userId="4f974268-3c7f-4197-a98a-371198480936" providerId="ADAL" clId="{5E71A105-2FD3-4CB5-93C1-7E936E5CFD91}" dt="2026-01-11T09:59:07.983" v="842" actId="26606"/>
          <ac:grpSpMkLst>
            <pc:docMk/>
            <pc:sldMk cId="2520024264" sldId="276"/>
            <ac:grpSpMk id="44" creationId="{DAA26DFA-AAB2-4973-9C17-16D587C7B198}"/>
          </ac:grpSpMkLst>
        </pc:grpChg>
        <pc:grpChg chg="add del">
          <ac:chgData name="Sami Alshammari" userId="4f974268-3c7f-4197-a98a-371198480936" providerId="ADAL" clId="{5E71A105-2FD3-4CB5-93C1-7E936E5CFD91}" dt="2026-01-11T09:59:17.968" v="844" actId="26606"/>
          <ac:grpSpMkLst>
            <pc:docMk/>
            <pc:sldMk cId="2520024264" sldId="276"/>
            <ac:grpSpMk id="51" creationId="{5D1A9D8B-3117-4D9D-BDA4-DD81895098B0}"/>
          </ac:grpSpMkLst>
        </pc:grpChg>
        <pc:grpChg chg="add del">
          <ac:chgData name="Sami Alshammari" userId="4f974268-3c7f-4197-a98a-371198480936" providerId="ADAL" clId="{5E71A105-2FD3-4CB5-93C1-7E936E5CFD91}" dt="2026-01-11T09:59:26.536" v="848" actId="26606"/>
          <ac:grpSpMkLst>
            <pc:docMk/>
            <pc:sldMk cId="2520024264" sldId="276"/>
            <ac:grpSpMk id="66" creationId="{A23D792D-D9F2-4EB4-ADE2-65A518DA6489}"/>
          </ac:grpSpMkLst>
        </pc:grpChg>
        <pc:grpChg chg="add del">
          <ac:chgData name="Sami Alshammari" userId="4f974268-3c7f-4197-a98a-371198480936" providerId="ADAL" clId="{5E71A105-2FD3-4CB5-93C1-7E936E5CFD91}" dt="2026-01-11T09:59:27.296" v="851" actId="26606"/>
          <ac:grpSpMkLst>
            <pc:docMk/>
            <pc:sldMk cId="2520024264" sldId="276"/>
            <ac:grpSpMk id="78" creationId="{50C536A3-D654-4FB9-BB50-B236B87BBF34}"/>
          </ac:grpSpMkLst>
        </pc:grpChg>
        <pc:graphicFrameChg chg="add del">
          <ac:chgData name="Sami Alshammari" userId="4f974268-3c7f-4197-a98a-371198480936" providerId="ADAL" clId="{5E71A105-2FD3-4CB5-93C1-7E936E5CFD91}" dt="2026-01-11T09:58:48.821" v="835" actId="26606"/>
          <ac:graphicFrameMkLst>
            <pc:docMk/>
            <pc:sldMk cId="2520024264" sldId="276"/>
            <ac:graphicFrameMk id="15" creationId="{A3F83FDC-E90E-94F3-8AE3-0D1761B86DBB}"/>
          </ac:graphicFrameMkLst>
        </pc:graphicFrameChg>
        <pc:cxnChg chg="add del">
          <ac:chgData name="Sami Alshammari" userId="4f974268-3c7f-4197-a98a-371198480936" providerId="ADAL" clId="{5E71A105-2FD3-4CB5-93C1-7E936E5CFD91}" dt="2026-01-11T09:59:19.790" v="846" actId="26606"/>
          <ac:cxnSpMkLst>
            <pc:docMk/>
            <pc:sldMk cId="2520024264" sldId="276"/>
            <ac:cxnSpMk id="62" creationId="{23AAC9B5-8015-485C-ACF9-A750390E9A56}"/>
          </ac:cxnSpMkLst>
        </pc:cxnChg>
        <pc:cxnChg chg="add del">
          <ac:chgData name="Sami Alshammari" userId="4f974268-3c7f-4197-a98a-371198480936" providerId="ADAL" clId="{5E71A105-2FD3-4CB5-93C1-7E936E5CFD91}" dt="2026-01-11T09:59:27.296" v="851" actId="26606"/>
          <ac:cxnSpMkLst>
            <pc:docMk/>
            <pc:sldMk cId="2520024264" sldId="276"/>
            <ac:cxnSpMk id="75" creationId="{18710E47-0781-4953-BBDA-8EF627A73126}"/>
          </ac:cxnSpMkLst>
        </pc:cxnChg>
        <pc:cxnChg chg="add del">
          <ac:chgData name="Sami Alshammari" userId="4f974268-3c7f-4197-a98a-371198480936" providerId="ADAL" clId="{5E71A105-2FD3-4CB5-93C1-7E936E5CFD91}" dt="2026-01-11T09:59:27.296" v="851" actId="26606"/>
          <ac:cxnSpMkLst>
            <pc:docMk/>
            <pc:sldMk cId="2520024264" sldId="276"/>
            <ac:cxnSpMk id="77" creationId="{125D265C-1D38-4B36-8572-366ED6A60786}"/>
          </ac:cxnSpMkLst>
        </pc:cxnChg>
        <pc:cxnChg chg="add">
          <ac:chgData name="Sami Alshammari" userId="4f974268-3c7f-4197-a98a-371198480936" providerId="ADAL" clId="{5E71A105-2FD3-4CB5-93C1-7E936E5CFD91}" dt="2026-01-11T09:59:29.564" v="855" actId="26606"/>
          <ac:cxnSpMkLst>
            <pc:docMk/>
            <pc:sldMk cId="2520024264" sldId="276"/>
            <ac:cxnSpMk id="94" creationId="{23AAC9B5-8015-485C-ACF9-A750390E9A56}"/>
          </ac:cxnSpMkLst>
        </pc:cxnChg>
      </pc:sldChg>
      <pc:sldChg chg="addSp delSp add del setBg delDesignElem">
        <pc:chgData name="Sami Alshammari" userId="4f974268-3c7f-4197-a98a-371198480936" providerId="ADAL" clId="{5E71A105-2FD3-4CB5-93C1-7E936E5CFD91}" dt="2026-01-11T09:19:07.421" v="755"/>
        <pc:sldMkLst>
          <pc:docMk/>
          <pc:sldMk cId="548189605" sldId="277"/>
        </pc:sldMkLst>
        <pc:spChg chg="add del">
          <ac:chgData name="Sami Alshammari" userId="4f974268-3c7f-4197-a98a-371198480936" providerId="ADAL" clId="{5E71A105-2FD3-4CB5-93C1-7E936E5CFD91}" dt="2026-01-11T09:19:07.421" v="755"/>
          <ac:spMkLst>
            <pc:docMk/>
            <pc:sldMk cId="548189605" sldId="277"/>
            <ac:spMk id="22" creationId="{978631E6-CB25-0333-08B6-F1F249DD601F}"/>
          </ac:spMkLst>
        </pc:spChg>
        <pc:spChg chg="add del">
          <ac:chgData name="Sami Alshammari" userId="4f974268-3c7f-4197-a98a-371198480936" providerId="ADAL" clId="{5E71A105-2FD3-4CB5-93C1-7E936E5CFD91}" dt="2026-01-11T09:19:07.421" v="755"/>
          <ac:spMkLst>
            <pc:docMk/>
            <pc:sldMk cId="548189605" sldId="277"/>
            <ac:spMk id="25" creationId="{58741031-297A-8FD4-6D24-AF4B91C1D143}"/>
          </ac:spMkLst>
        </pc:spChg>
        <pc:spChg chg="add del">
          <ac:chgData name="Sami Alshammari" userId="4f974268-3c7f-4197-a98a-371198480936" providerId="ADAL" clId="{5E71A105-2FD3-4CB5-93C1-7E936E5CFD91}" dt="2026-01-11T09:19:07.421" v="755"/>
          <ac:spMkLst>
            <pc:docMk/>
            <pc:sldMk cId="548189605" sldId="277"/>
            <ac:spMk id="26" creationId="{0B6E433B-C208-EE67-7749-2923C6A6D582}"/>
          </ac:spMkLst>
        </pc:spChg>
        <pc:spChg chg="add del">
          <ac:chgData name="Sami Alshammari" userId="4f974268-3c7f-4197-a98a-371198480936" providerId="ADAL" clId="{5E71A105-2FD3-4CB5-93C1-7E936E5CFD91}" dt="2026-01-11T09:19:07.421" v="755"/>
          <ac:spMkLst>
            <pc:docMk/>
            <pc:sldMk cId="548189605" sldId="277"/>
            <ac:spMk id="27" creationId="{7158FE0C-7DF3-A720-E539-4780F52A5EE9}"/>
          </ac:spMkLst>
        </pc:spChg>
        <pc:spChg chg="add del">
          <ac:chgData name="Sami Alshammari" userId="4f974268-3c7f-4197-a98a-371198480936" providerId="ADAL" clId="{5E71A105-2FD3-4CB5-93C1-7E936E5CFD91}" dt="2026-01-11T09:19:07.421" v="755"/>
          <ac:spMkLst>
            <pc:docMk/>
            <pc:sldMk cId="548189605" sldId="277"/>
            <ac:spMk id="28" creationId="{401889F4-B97F-E95B-221E-A8F067ABE148}"/>
          </ac:spMkLst>
        </pc:spChg>
        <pc:spChg chg="add del">
          <ac:chgData name="Sami Alshammari" userId="4f974268-3c7f-4197-a98a-371198480936" providerId="ADAL" clId="{5E71A105-2FD3-4CB5-93C1-7E936E5CFD91}" dt="2026-01-11T09:19:07.421" v="755"/>
          <ac:spMkLst>
            <pc:docMk/>
            <pc:sldMk cId="548189605" sldId="277"/>
            <ac:spMk id="29" creationId="{BAFFDCF8-E12B-8333-B0D5-311D678F6980}"/>
          </ac:spMkLst>
        </pc:spChg>
        <pc:spChg chg="add del">
          <ac:chgData name="Sami Alshammari" userId="4f974268-3c7f-4197-a98a-371198480936" providerId="ADAL" clId="{5E71A105-2FD3-4CB5-93C1-7E936E5CFD91}" dt="2026-01-11T09:19:07.421" v="755"/>
          <ac:spMkLst>
            <pc:docMk/>
            <pc:sldMk cId="548189605" sldId="277"/>
            <ac:spMk id="30" creationId="{2D4271CE-B804-D77B-E256-34885D947133}"/>
          </ac:spMkLst>
        </pc:spChg>
      </pc:sldChg>
      <pc:sldChg chg="delSp add setBg delDesignElem">
        <pc:chgData name="Sami Alshammari" userId="4f974268-3c7f-4197-a98a-371198480936" providerId="ADAL" clId="{5E71A105-2FD3-4CB5-93C1-7E936E5CFD91}" dt="2026-01-11T10:05:11.761" v="913"/>
        <pc:sldMkLst>
          <pc:docMk/>
          <pc:sldMk cId="3115325431" sldId="277"/>
        </pc:sldMkLst>
        <pc:spChg chg="del">
          <ac:chgData name="Sami Alshammari" userId="4f974268-3c7f-4197-a98a-371198480936" providerId="ADAL" clId="{5E71A105-2FD3-4CB5-93C1-7E936E5CFD91}" dt="2026-01-11T10:05:11.761" v="913"/>
          <ac:spMkLst>
            <pc:docMk/>
            <pc:sldMk cId="3115325431" sldId="277"/>
            <ac:spMk id="91" creationId="{1DD5878B-CD7F-79B9-D83B-90B1F15483DC}"/>
          </ac:spMkLst>
        </pc:spChg>
        <pc:spChg chg="del">
          <ac:chgData name="Sami Alshammari" userId="4f974268-3c7f-4197-a98a-371198480936" providerId="ADAL" clId="{5E71A105-2FD3-4CB5-93C1-7E936E5CFD91}" dt="2026-01-11T10:05:11.761" v="913"/>
          <ac:spMkLst>
            <pc:docMk/>
            <pc:sldMk cId="3115325431" sldId="277"/>
            <ac:spMk id="92" creationId="{84040050-633D-4553-3393-285FE9B1D853}"/>
          </ac:spMkLst>
        </pc:spChg>
        <pc:spChg chg="del">
          <ac:chgData name="Sami Alshammari" userId="4f974268-3c7f-4197-a98a-371198480936" providerId="ADAL" clId="{5E71A105-2FD3-4CB5-93C1-7E936E5CFD91}" dt="2026-01-11T10:05:11.761" v="913"/>
          <ac:spMkLst>
            <pc:docMk/>
            <pc:sldMk cId="3115325431" sldId="277"/>
            <ac:spMk id="93" creationId="{BC6F8BB5-0A40-4496-FBAA-9D52A96C45E6}"/>
          </ac:spMkLst>
        </pc:spChg>
        <pc:cxnChg chg="del">
          <ac:chgData name="Sami Alshammari" userId="4f974268-3c7f-4197-a98a-371198480936" providerId="ADAL" clId="{5E71A105-2FD3-4CB5-93C1-7E936E5CFD91}" dt="2026-01-11T10:05:11.761" v="913"/>
          <ac:cxnSpMkLst>
            <pc:docMk/>
            <pc:sldMk cId="3115325431" sldId="277"/>
            <ac:cxnSpMk id="94" creationId="{8150A07C-1FE0-EB3D-E21C-4464400F3139}"/>
          </ac:cxnSpMkLst>
        </pc:cxnChg>
      </pc:sldChg>
    </pc:docChg>
  </pc:docChgLst>
</pc:chgInfo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Relationship Id="rId3" Type="http://schemas.openxmlformats.org/officeDocument/2006/relationships/image" Target="../media/image4.svg"/><Relationship Id="rId4" Type="http://schemas.openxmlformats.org/officeDocument/2006/relationships/image" Target="../media/image1.jpg"/><Relationship Id="rId5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image" Target="../media/image1.jpg"/><Relationship Id="rId5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Relationship Id="rId3" Type="http://schemas.openxmlformats.org/officeDocument/2006/relationships/image" Target="../media/image8.svg"/><Relationship Id="rId4" Type="http://schemas.openxmlformats.org/officeDocument/2006/relationships/image" Target="../media/image1.jpg"/><Relationship Id="rId5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134706B-150F-487B-B4FB-34C10219C7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5FD23E7-C75D-4AFA-A4D4-BE55581109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Graphic 1">
            <a:extLst>
              <a:ext uri="{FF2B5EF4-FFF2-40B4-BE49-F238E27FC236}">
                <a16:creationId xmlns:a16="http://schemas.microsoft.com/office/drawing/2014/main" id="{D6705569-F545-4F47-A260-A9202826EA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V="1">
            <a:off x="1477229" y="181596"/>
            <a:ext cx="6189541" cy="6022258"/>
          </a:xfrm>
          <a:custGeom>
            <a:avLst/>
            <a:gdLst>
              <a:gd name="connsiteX0" fmla="*/ 5458905 w 6886274"/>
              <a:gd name="connsiteY0" fmla="*/ 754119 h 5025119"/>
              <a:gd name="connsiteX1" fmla="*/ 3455557 w 6886274"/>
              <a:gd name="connsiteY1" fmla="*/ 1027709 h 5025119"/>
              <a:gd name="connsiteX2" fmla="*/ 3338677 w 6886274"/>
              <a:gd name="connsiteY2" fmla="*/ 1021381 h 5025119"/>
              <a:gd name="connsiteX3" fmla="*/ 2518280 w 6886274"/>
              <a:gd name="connsiteY3" fmla="*/ 980435 h 5025119"/>
              <a:gd name="connsiteX4" fmla="*/ 1673687 w 6886274"/>
              <a:gd name="connsiteY4" fmla="*/ 739229 h 5025119"/>
              <a:gd name="connsiteX5" fmla="*/ 1183459 w 6886274"/>
              <a:gd name="connsiteY5" fmla="*/ 397149 h 5025119"/>
              <a:gd name="connsiteX6" fmla="*/ 977987 w 6886274"/>
              <a:gd name="connsiteY6" fmla="*/ 241184 h 5025119"/>
              <a:gd name="connsiteX7" fmla="*/ 788150 w 6886274"/>
              <a:gd name="connsiteY7" fmla="*/ 66980 h 5025119"/>
              <a:gd name="connsiteX8" fmla="*/ 721148 w 6886274"/>
              <a:gd name="connsiteY8" fmla="*/ 31990 h 5025119"/>
              <a:gd name="connsiteX9" fmla="*/ 701792 w 6886274"/>
              <a:gd name="connsiteY9" fmla="*/ 32362 h 5025119"/>
              <a:gd name="connsiteX10" fmla="*/ 686530 w 6886274"/>
              <a:gd name="connsiteY10" fmla="*/ 43157 h 5025119"/>
              <a:gd name="connsiteX11" fmla="*/ 693603 w 6886274"/>
              <a:gd name="connsiteY11" fmla="*/ 58046 h 5025119"/>
              <a:gd name="connsiteX12" fmla="*/ 705886 w 6886274"/>
              <a:gd name="connsiteY12" fmla="*/ 65491 h 5025119"/>
              <a:gd name="connsiteX13" fmla="*/ 762838 w 6886274"/>
              <a:gd name="connsiteY13" fmla="*/ 112764 h 5025119"/>
              <a:gd name="connsiteX14" fmla="*/ 764327 w 6886274"/>
              <a:gd name="connsiteY14" fmla="*/ 140309 h 5025119"/>
              <a:gd name="connsiteX15" fmla="*/ 775121 w 6886274"/>
              <a:gd name="connsiteY15" fmla="*/ 159666 h 5025119"/>
              <a:gd name="connsiteX16" fmla="*/ 823139 w 6886274"/>
              <a:gd name="connsiteY16" fmla="*/ 176416 h 5025119"/>
              <a:gd name="connsiteX17" fmla="*/ 707748 w 6886274"/>
              <a:gd name="connsiteY17" fmla="*/ 109414 h 5025119"/>
              <a:gd name="connsiteX18" fmla="*/ 681319 w 6886274"/>
              <a:gd name="connsiteY18" fmla="*/ 69958 h 5025119"/>
              <a:gd name="connsiteX19" fmla="*/ 640746 w 6886274"/>
              <a:gd name="connsiteY19" fmla="*/ 67352 h 5025119"/>
              <a:gd name="connsiteX20" fmla="*/ 614318 w 6886274"/>
              <a:gd name="connsiteY20" fmla="*/ 61396 h 5025119"/>
              <a:gd name="connsiteX21" fmla="*/ 560716 w 6886274"/>
              <a:gd name="connsiteY21" fmla="*/ 3701 h 5025119"/>
              <a:gd name="connsiteX22" fmla="*/ 540616 w 6886274"/>
              <a:gd name="connsiteY22" fmla="*/ 3701 h 5025119"/>
              <a:gd name="connsiteX23" fmla="*/ 543594 w 6886274"/>
              <a:gd name="connsiteY23" fmla="*/ 21940 h 5025119"/>
              <a:gd name="connsiteX24" fmla="*/ 558855 w 6886274"/>
              <a:gd name="connsiteY24" fmla="*/ 51346 h 5025119"/>
              <a:gd name="connsiteX25" fmla="*/ 557366 w 6886274"/>
              <a:gd name="connsiteY25" fmla="*/ 72563 h 5025119"/>
              <a:gd name="connsiteX26" fmla="*/ 570022 w 6886274"/>
              <a:gd name="connsiteY26" fmla="*/ 120209 h 5025119"/>
              <a:gd name="connsiteX27" fmla="*/ 599801 w 6886274"/>
              <a:gd name="connsiteY27" fmla="*/ 192794 h 5025119"/>
              <a:gd name="connsiteX28" fmla="*/ 614318 w 6886274"/>
              <a:gd name="connsiteY28" fmla="*/ 212150 h 5025119"/>
              <a:gd name="connsiteX29" fmla="*/ 623996 w 6886274"/>
              <a:gd name="connsiteY29" fmla="*/ 220711 h 5025119"/>
              <a:gd name="connsiteX30" fmla="*/ 821278 w 6886274"/>
              <a:gd name="connsiteY30" fmla="*/ 503235 h 5025119"/>
              <a:gd name="connsiteX31" fmla="*/ 1033822 w 6886274"/>
              <a:gd name="connsiteY31" fmla="*/ 694562 h 5025119"/>
              <a:gd name="connsiteX32" fmla="*/ 1039406 w 6886274"/>
              <a:gd name="connsiteY32" fmla="*/ 702378 h 5025119"/>
              <a:gd name="connsiteX33" fmla="*/ 944114 w 6886274"/>
              <a:gd name="connsiteY33" fmla="*/ 662550 h 5025119"/>
              <a:gd name="connsiteX34" fmla="*/ 733432 w 6886274"/>
              <a:gd name="connsiteY34" fmla="*/ 500629 h 5025119"/>
              <a:gd name="connsiteX35" fmla="*/ 606501 w 6886274"/>
              <a:gd name="connsiteY35" fmla="*/ 399755 h 5025119"/>
              <a:gd name="connsiteX36" fmla="*/ 588634 w 6886274"/>
              <a:gd name="connsiteY36" fmla="*/ 381143 h 5025119"/>
              <a:gd name="connsiteX37" fmla="*/ 575978 w 6886274"/>
              <a:gd name="connsiteY37" fmla="*/ 375560 h 5025119"/>
              <a:gd name="connsiteX38" fmla="*/ 567044 w 6886274"/>
              <a:gd name="connsiteY38" fmla="*/ 388588 h 5025119"/>
              <a:gd name="connsiteX39" fmla="*/ 578956 w 6886274"/>
              <a:gd name="connsiteY39" fmla="*/ 437722 h 5025119"/>
              <a:gd name="connsiteX40" fmla="*/ 675736 w 6886274"/>
              <a:gd name="connsiteY40" fmla="*/ 535619 h 5025119"/>
              <a:gd name="connsiteX41" fmla="*/ 811600 w 6886274"/>
              <a:gd name="connsiteY41" fmla="*/ 652872 h 5025119"/>
              <a:gd name="connsiteX42" fmla="*/ 818300 w 6886274"/>
              <a:gd name="connsiteY42" fmla="*/ 666272 h 5025119"/>
              <a:gd name="connsiteX43" fmla="*/ 741621 w 6886274"/>
              <a:gd name="connsiteY43" fmla="*/ 608576 h 5025119"/>
              <a:gd name="connsiteX44" fmla="*/ 666430 w 6886274"/>
              <a:gd name="connsiteY44" fmla="*/ 553114 h 5025119"/>
              <a:gd name="connsiteX45" fmla="*/ 645585 w 6886274"/>
              <a:gd name="connsiteY45" fmla="*/ 547903 h 5025119"/>
              <a:gd name="connsiteX46" fmla="*/ 640002 w 6886274"/>
              <a:gd name="connsiteY46" fmla="*/ 570236 h 5025119"/>
              <a:gd name="connsiteX47" fmla="*/ 675736 w 6886274"/>
              <a:gd name="connsiteY47" fmla="*/ 628677 h 5025119"/>
              <a:gd name="connsiteX48" fmla="*/ 855896 w 6886274"/>
              <a:gd name="connsiteY48" fmla="*/ 786875 h 5025119"/>
              <a:gd name="connsiteX49" fmla="*/ 946348 w 6886274"/>
              <a:gd name="connsiteY49" fmla="*/ 877699 h 5025119"/>
              <a:gd name="connsiteX50" fmla="*/ 950442 w 6886274"/>
              <a:gd name="connsiteY50" fmla="*/ 899661 h 5025119"/>
              <a:gd name="connsiteX51" fmla="*/ 991760 w 6886274"/>
              <a:gd name="connsiteY51" fmla="*/ 937629 h 5025119"/>
              <a:gd name="connsiteX52" fmla="*/ 1018188 w 6886274"/>
              <a:gd name="connsiteY52" fmla="*/ 945445 h 5025119"/>
              <a:gd name="connsiteX53" fmla="*/ 1315601 w 6886274"/>
              <a:gd name="connsiteY53" fmla="*/ 1196329 h 5025119"/>
              <a:gd name="connsiteX54" fmla="*/ 1454443 w 6886274"/>
              <a:gd name="connsiteY54" fmla="*/ 1279709 h 5025119"/>
              <a:gd name="connsiteX55" fmla="*/ 1454443 w 6886274"/>
              <a:gd name="connsiteY55" fmla="*/ 1285665 h 5025119"/>
              <a:gd name="connsiteX56" fmla="*/ 1453327 w 6886274"/>
              <a:gd name="connsiteY56" fmla="*/ 1291993 h 5025119"/>
              <a:gd name="connsiteX57" fmla="*/ 1256416 w 6886274"/>
              <a:gd name="connsiteY57" fmla="*/ 1166923 h 5025119"/>
              <a:gd name="connsiteX58" fmla="*/ 745715 w 6886274"/>
              <a:gd name="connsiteY58" fmla="*/ 798786 h 5025119"/>
              <a:gd name="connsiteX59" fmla="*/ 592356 w 6886274"/>
              <a:gd name="connsiteY59" fmla="*/ 656966 h 5025119"/>
              <a:gd name="connsiteX60" fmla="*/ 485526 w 6886274"/>
              <a:gd name="connsiteY60" fmla="*/ 567259 h 5025119"/>
              <a:gd name="connsiteX61" fmla="*/ 430063 w 6886274"/>
              <a:gd name="connsiteY61" fmla="*/ 550136 h 5025119"/>
              <a:gd name="connsiteX62" fmla="*/ 408846 w 6886274"/>
              <a:gd name="connsiteY62" fmla="*/ 563164 h 5025119"/>
              <a:gd name="connsiteX63" fmla="*/ 421130 w 6886274"/>
              <a:gd name="connsiteY63" fmla="*/ 581403 h 5025119"/>
              <a:gd name="connsiteX64" fmla="*/ 426713 w 6886274"/>
              <a:gd name="connsiteY64" fmla="*/ 584009 h 5025119"/>
              <a:gd name="connsiteX65" fmla="*/ 487015 w 6886274"/>
              <a:gd name="connsiteY65" fmla="*/ 635005 h 5025119"/>
              <a:gd name="connsiteX66" fmla="*/ 487015 w 6886274"/>
              <a:gd name="connsiteY66" fmla="*/ 655105 h 5025119"/>
              <a:gd name="connsiteX67" fmla="*/ 497437 w 6886274"/>
              <a:gd name="connsiteY67" fmla="*/ 678183 h 5025119"/>
              <a:gd name="connsiteX68" fmla="*/ 539871 w 6886274"/>
              <a:gd name="connsiteY68" fmla="*/ 691584 h 5025119"/>
              <a:gd name="connsiteX69" fmla="*/ 485898 w 6886274"/>
              <a:gd name="connsiteY69" fmla="*/ 681906 h 5025119"/>
              <a:gd name="connsiteX70" fmla="*/ 410335 w 6886274"/>
              <a:gd name="connsiteY70" fmla="*/ 600387 h 5025119"/>
              <a:gd name="connsiteX71" fmla="*/ 397307 w 6886274"/>
              <a:gd name="connsiteY71" fmla="*/ 582892 h 5025119"/>
              <a:gd name="connsiteX72" fmla="*/ 363062 w 6886274"/>
              <a:gd name="connsiteY72" fmla="*/ 584009 h 5025119"/>
              <a:gd name="connsiteX73" fmla="*/ 334772 w 6886274"/>
              <a:gd name="connsiteY73" fmla="*/ 578426 h 5025119"/>
              <a:gd name="connsiteX74" fmla="*/ 281915 w 6886274"/>
              <a:gd name="connsiteY74" fmla="*/ 522219 h 5025119"/>
              <a:gd name="connsiteX75" fmla="*/ 263304 w 6886274"/>
              <a:gd name="connsiteY75" fmla="*/ 521846 h 5025119"/>
              <a:gd name="connsiteX76" fmla="*/ 263676 w 6886274"/>
              <a:gd name="connsiteY76" fmla="*/ 538225 h 5025119"/>
              <a:gd name="connsiteX77" fmla="*/ 275215 w 6886274"/>
              <a:gd name="connsiteY77" fmla="*/ 563164 h 5025119"/>
              <a:gd name="connsiteX78" fmla="*/ 271121 w 6886274"/>
              <a:gd name="connsiteY78" fmla="*/ 604854 h 5025119"/>
              <a:gd name="connsiteX79" fmla="*/ 274471 w 6886274"/>
              <a:gd name="connsiteY79" fmla="*/ 627560 h 5025119"/>
              <a:gd name="connsiteX80" fmla="*/ 319138 w 6886274"/>
              <a:gd name="connsiteY80" fmla="*/ 718012 h 5025119"/>
              <a:gd name="connsiteX81" fmla="*/ 326583 w 6886274"/>
              <a:gd name="connsiteY81" fmla="*/ 729551 h 5025119"/>
              <a:gd name="connsiteX82" fmla="*/ 349289 w 6886274"/>
              <a:gd name="connsiteY82" fmla="*/ 748163 h 5025119"/>
              <a:gd name="connsiteX83" fmla="*/ 528332 w 6886274"/>
              <a:gd name="connsiteY83" fmla="*/ 1007608 h 5025119"/>
              <a:gd name="connsiteX84" fmla="*/ 766932 w 6886274"/>
              <a:gd name="connsiteY84" fmla="*/ 1222758 h 5025119"/>
              <a:gd name="connsiteX85" fmla="*/ 681319 w 6886274"/>
              <a:gd name="connsiteY85" fmla="*/ 1190746 h 5025119"/>
              <a:gd name="connsiteX86" fmla="*/ 469520 w 6886274"/>
              <a:gd name="connsiteY86" fmla="*/ 1032920 h 5025119"/>
              <a:gd name="connsiteX87" fmla="*/ 325466 w 6886274"/>
              <a:gd name="connsiteY87" fmla="*/ 917900 h 5025119"/>
              <a:gd name="connsiteX88" fmla="*/ 312066 w 6886274"/>
              <a:gd name="connsiteY88" fmla="*/ 903383 h 5025119"/>
              <a:gd name="connsiteX89" fmla="*/ 296805 w 6886274"/>
              <a:gd name="connsiteY89" fmla="*/ 895566 h 5025119"/>
              <a:gd name="connsiteX90" fmla="*/ 288243 w 6886274"/>
              <a:gd name="connsiteY90" fmla="*/ 910828 h 5025119"/>
              <a:gd name="connsiteX91" fmla="*/ 309460 w 6886274"/>
              <a:gd name="connsiteY91" fmla="*/ 971129 h 5025119"/>
              <a:gd name="connsiteX92" fmla="*/ 407729 w 6886274"/>
              <a:gd name="connsiteY92" fmla="*/ 1062698 h 5025119"/>
              <a:gd name="connsiteX93" fmla="*/ 544338 w 6886274"/>
              <a:gd name="connsiteY93" fmla="*/ 1189257 h 5025119"/>
              <a:gd name="connsiteX94" fmla="*/ 454630 w 6886274"/>
              <a:gd name="connsiteY94" fmla="*/ 1120766 h 5025119"/>
              <a:gd name="connsiteX95" fmla="*/ 385396 w 6886274"/>
              <a:gd name="connsiteY95" fmla="*/ 1070515 h 5025119"/>
              <a:gd name="connsiteX96" fmla="*/ 366040 w 6886274"/>
              <a:gd name="connsiteY96" fmla="*/ 1067537 h 5025119"/>
              <a:gd name="connsiteX97" fmla="*/ 361573 w 6886274"/>
              <a:gd name="connsiteY97" fmla="*/ 1086149 h 5025119"/>
              <a:gd name="connsiteX98" fmla="*/ 402146 w 6886274"/>
              <a:gd name="connsiteY98" fmla="*/ 1152778 h 5025119"/>
              <a:gd name="connsiteX99" fmla="*/ 475475 w 6886274"/>
              <a:gd name="connsiteY99" fmla="*/ 1218663 h 5025119"/>
              <a:gd name="connsiteX100" fmla="*/ 393957 w 6886274"/>
              <a:gd name="connsiteY100" fmla="*/ 1201913 h 5025119"/>
              <a:gd name="connsiteX101" fmla="*/ 460586 w 6886274"/>
              <a:gd name="connsiteY101" fmla="*/ 1260353 h 5025119"/>
              <a:gd name="connsiteX102" fmla="*/ 561089 w 6886274"/>
              <a:gd name="connsiteY102" fmla="*/ 1291993 h 5025119"/>
              <a:gd name="connsiteX103" fmla="*/ 602034 w 6886274"/>
              <a:gd name="connsiteY103" fmla="*/ 1328843 h 5025119"/>
              <a:gd name="connsiteX104" fmla="*/ 641863 w 6886274"/>
              <a:gd name="connsiteY104" fmla="*/ 1368672 h 5025119"/>
              <a:gd name="connsiteX105" fmla="*/ 651541 w 6886274"/>
              <a:gd name="connsiteY105" fmla="*/ 1404406 h 5025119"/>
              <a:gd name="connsiteX106" fmla="*/ 688392 w 6886274"/>
              <a:gd name="connsiteY106" fmla="*/ 1457263 h 5025119"/>
              <a:gd name="connsiteX107" fmla="*/ 692486 w 6886274"/>
              <a:gd name="connsiteY107" fmla="*/ 1458008 h 5025119"/>
              <a:gd name="connsiteX108" fmla="*/ 719287 w 6886274"/>
              <a:gd name="connsiteY108" fmla="*/ 1485181 h 5025119"/>
              <a:gd name="connsiteX109" fmla="*/ 745343 w 6886274"/>
              <a:gd name="connsiteY109" fmla="*/ 1512353 h 5025119"/>
              <a:gd name="connsiteX110" fmla="*/ 750926 w 6886274"/>
              <a:gd name="connsiteY110" fmla="*/ 1516448 h 5025119"/>
              <a:gd name="connsiteX111" fmla="*/ 890141 w 6886274"/>
              <a:gd name="connsiteY111" fmla="*/ 1685813 h 5025119"/>
              <a:gd name="connsiteX112" fmla="*/ 899074 w 6886274"/>
              <a:gd name="connsiteY112" fmla="*/ 1693630 h 5025119"/>
              <a:gd name="connsiteX113" fmla="*/ 605012 w 6886274"/>
              <a:gd name="connsiteY113" fmla="*/ 1669435 h 5025119"/>
              <a:gd name="connsiteX114" fmla="*/ 229431 w 6886274"/>
              <a:gd name="connsiteY114" fmla="*/ 1545110 h 5025119"/>
              <a:gd name="connsiteX115" fmla="*/ 251765 w 6886274"/>
              <a:gd name="connsiteY115" fmla="*/ 1614717 h 5025119"/>
              <a:gd name="connsiteX116" fmla="*/ 237992 w 6886274"/>
              <a:gd name="connsiteY116" fmla="*/ 1675391 h 5025119"/>
              <a:gd name="connsiteX117" fmla="*/ 232781 w 6886274"/>
              <a:gd name="connsiteY117" fmla="*/ 1807160 h 5025119"/>
              <a:gd name="connsiteX118" fmla="*/ 236131 w 6886274"/>
              <a:gd name="connsiteY118" fmla="*/ 1828750 h 5025119"/>
              <a:gd name="connsiteX119" fmla="*/ 152007 w 6886274"/>
              <a:gd name="connsiteY119" fmla="*/ 1842150 h 5025119"/>
              <a:gd name="connsiteX120" fmla="*/ 653030 w 6886274"/>
              <a:gd name="connsiteY120" fmla="*/ 2213265 h 5025119"/>
              <a:gd name="connsiteX121" fmla="*/ 318394 w 6886274"/>
              <a:gd name="connsiteY121" fmla="*/ 2143285 h 5025119"/>
              <a:gd name="connsiteX122" fmla="*/ 272982 w 6886274"/>
              <a:gd name="connsiteY122" fmla="*/ 2258305 h 5025119"/>
              <a:gd name="connsiteX123" fmla="*/ 430435 w 6886274"/>
              <a:gd name="connsiteY123" fmla="*/ 2360668 h 5025119"/>
              <a:gd name="connsiteX124" fmla="*/ 488876 w 6886274"/>
              <a:gd name="connsiteY124" fmla="*/ 2563162 h 5025119"/>
              <a:gd name="connsiteX125" fmla="*/ 460586 w 6886274"/>
              <a:gd name="connsiteY125" fmla="*/ 2748533 h 5025119"/>
              <a:gd name="connsiteX126" fmla="*/ 393212 w 6886274"/>
              <a:gd name="connsiteY126" fmla="*/ 2807345 h 5025119"/>
              <a:gd name="connsiteX127" fmla="*/ 295688 w 6886274"/>
              <a:gd name="connsiteY127" fmla="*/ 2913059 h 5025119"/>
              <a:gd name="connsiteX128" fmla="*/ 235386 w 6886274"/>
              <a:gd name="connsiteY128" fmla="*/ 2978572 h 5025119"/>
              <a:gd name="connsiteX129" fmla="*/ 25448 w 6886274"/>
              <a:gd name="connsiteY129" fmla="*/ 2952888 h 5025119"/>
              <a:gd name="connsiteX130" fmla="*/ 305738 w 6886274"/>
              <a:gd name="connsiteY130" fmla="*/ 3119275 h 5025119"/>
              <a:gd name="connsiteX131" fmla="*/ 79049 w 6886274"/>
              <a:gd name="connsiteY131" fmla="*/ 3098430 h 5025119"/>
              <a:gd name="connsiteX132" fmla="*/ 4975 w 6886274"/>
              <a:gd name="connsiteY132" fmla="*/ 3109969 h 5025119"/>
              <a:gd name="connsiteX133" fmla="*/ 47037 w 6886274"/>
              <a:gd name="connsiteY133" fmla="*/ 3163943 h 5025119"/>
              <a:gd name="connsiteX134" fmla="*/ 213425 w 6886274"/>
              <a:gd name="connsiteY134" fmla="*/ 3255139 h 5025119"/>
              <a:gd name="connsiteX135" fmla="*/ 556622 w 6886274"/>
              <a:gd name="connsiteY135" fmla="*/ 3502301 h 5025119"/>
              <a:gd name="connsiteX136" fmla="*/ 224592 w 6886274"/>
              <a:gd name="connsiteY136" fmla="*/ 3388771 h 5025119"/>
              <a:gd name="connsiteX137" fmla="*/ 574861 w 6886274"/>
              <a:gd name="connsiteY137" fmla="*/ 3643004 h 5025119"/>
              <a:gd name="connsiteX138" fmla="*/ 652657 w 6886274"/>
              <a:gd name="connsiteY138" fmla="*/ 3727501 h 5025119"/>
              <a:gd name="connsiteX139" fmla="*/ 810111 w 6886274"/>
              <a:gd name="connsiteY139" fmla="*/ 3937067 h 5025119"/>
              <a:gd name="connsiteX140" fmla="*/ 802294 w 6886274"/>
              <a:gd name="connsiteY140" fmla="*/ 3960890 h 5025119"/>
              <a:gd name="connsiteX141" fmla="*/ 620646 w 6886274"/>
              <a:gd name="connsiteY141" fmla="*/ 3927017 h 5025119"/>
              <a:gd name="connsiteX142" fmla="*/ 856268 w 6886274"/>
              <a:gd name="connsiteY142" fmla="*/ 4103082 h 5025119"/>
              <a:gd name="connsiteX143" fmla="*/ 1099707 w 6886274"/>
              <a:gd name="connsiteY143" fmla="*/ 4238574 h 5025119"/>
              <a:gd name="connsiteX144" fmla="*/ 926992 w 6886274"/>
              <a:gd name="connsiteY144" fmla="*/ 4218102 h 5025119"/>
              <a:gd name="connsiteX145" fmla="*/ 689508 w 6886274"/>
              <a:gd name="connsiteY145" fmla="*/ 4140677 h 5025119"/>
              <a:gd name="connsiteX146" fmla="*/ 606873 w 6886274"/>
              <a:gd name="connsiteY146" fmla="*/ 4169711 h 5025119"/>
              <a:gd name="connsiteX147" fmla="*/ 831701 w 6886274"/>
              <a:gd name="connsiteY147" fmla="*/ 4297759 h 5025119"/>
              <a:gd name="connsiteX148" fmla="*/ 960493 w 6886274"/>
              <a:gd name="connsiteY148" fmla="*/ 4356944 h 5025119"/>
              <a:gd name="connsiteX149" fmla="*/ 1012233 w 6886274"/>
              <a:gd name="connsiteY149" fmla="*/ 4402356 h 5025119"/>
              <a:gd name="connsiteX150" fmla="*/ 1159636 w 6886274"/>
              <a:gd name="connsiteY150" fmla="*/ 4564276 h 5025119"/>
              <a:gd name="connsiteX151" fmla="*/ 1592169 w 6886274"/>
              <a:gd name="connsiteY151" fmla="*/ 4741458 h 5025119"/>
              <a:gd name="connsiteX152" fmla="*/ 3110499 w 6886274"/>
              <a:gd name="connsiteY152" fmla="*/ 5032171 h 5025119"/>
              <a:gd name="connsiteX153" fmla="*/ 6033630 w 6886274"/>
              <a:gd name="connsiteY153" fmla="*/ 4091915 h 5025119"/>
              <a:gd name="connsiteX154" fmla="*/ 6180661 w 6886274"/>
              <a:gd name="connsiteY154" fmla="*/ 3957912 h 5025119"/>
              <a:gd name="connsiteX155" fmla="*/ 6305359 w 6886274"/>
              <a:gd name="connsiteY155" fmla="*/ 3837309 h 5025119"/>
              <a:gd name="connsiteX156" fmla="*/ 6240218 w 6886274"/>
              <a:gd name="connsiteY156" fmla="*/ 3796364 h 5025119"/>
              <a:gd name="connsiteX157" fmla="*/ 6328437 w 6886274"/>
              <a:gd name="connsiteY157" fmla="*/ 3681344 h 5025119"/>
              <a:gd name="connsiteX158" fmla="*/ 6608355 w 6886274"/>
              <a:gd name="connsiteY158" fmla="*/ 3326236 h 5025119"/>
              <a:gd name="connsiteX159" fmla="*/ 6731191 w 6886274"/>
              <a:gd name="connsiteY159" fmla="*/ 3248067 h 5025119"/>
              <a:gd name="connsiteX160" fmla="*/ 6880456 w 6886274"/>
              <a:gd name="connsiteY160" fmla="*/ 3051529 h 5025119"/>
              <a:gd name="connsiteX161" fmla="*/ 6901673 w 6886274"/>
              <a:gd name="connsiteY161" fmla="*/ 2763795 h 5025119"/>
              <a:gd name="connsiteX162" fmla="*/ 6871150 w 6886274"/>
              <a:gd name="connsiteY162" fmla="*/ 2948421 h 5025119"/>
              <a:gd name="connsiteX163" fmla="*/ 6848444 w 6886274"/>
              <a:gd name="connsiteY163" fmla="*/ 2890353 h 5025119"/>
              <a:gd name="connsiteX164" fmla="*/ 6878223 w 6886274"/>
              <a:gd name="connsiteY164" fmla="*/ 2873230 h 5025119"/>
              <a:gd name="connsiteX165" fmla="*/ 6762459 w 6886274"/>
              <a:gd name="connsiteY165" fmla="*/ 2568745 h 5025119"/>
              <a:gd name="connsiteX166" fmla="*/ 6673123 w 6886274"/>
              <a:gd name="connsiteY166" fmla="*/ 2451493 h 5025119"/>
              <a:gd name="connsiteX167" fmla="*/ 6662700 w 6886274"/>
              <a:gd name="connsiteY167" fmla="*/ 2346896 h 5025119"/>
              <a:gd name="connsiteX168" fmla="*/ 6487752 w 6886274"/>
              <a:gd name="connsiteY168" fmla="*/ 2285105 h 5025119"/>
              <a:gd name="connsiteX169" fmla="*/ 6652278 w 6886274"/>
              <a:gd name="connsiteY169" fmla="*/ 2063628 h 5025119"/>
              <a:gd name="connsiteX170" fmla="*/ 6668656 w 6886274"/>
              <a:gd name="connsiteY170" fmla="*/ 2017843 h 5025119"/>
              <a:gd name="connsiteX171" fmla="*/ 6570015 w 6886274"/>
              <a:gd name="connsiteY171" fmla="*/ 1854062 h 5025119"/>
              <a:gd name="connsiteX172" fmla="*/ 6554009 w 6886274"/>
              <a:gd name="connsiteY172" fmla="*/ 1827633 h 5025119"/>
              <a:gd name="connsiteX173" fmla="*/ 6517531 w 6886274"/>
              <a:gd name="connsiteY173" fmla="*/ 1775149 h 5025119"/>
              <a:gd name="connsiteX174" fmla="*/ 6412934 w 6886274"/>
              <a:gd name="connsiteY174" fmla="*/ 1762493 h 5025119"/>
              <a:gd name="connsiteX175" fmla="*/ 6467279 w 6886274"/>
              <a:gd name="connsiteY175" fmla="*/ 1725642 h 5025119"/>
              <a:gd name="connsiteX176" fmla="*/ 6572621 w 6886274"/>
              <a:gd name="connsiteY176" fmla="*/ 1600200 h 5025119"/>
              <a:gd name="connsiteX177" fmla="*/ 6502641 w 6886274"/>
              <a:gd name="connsiteY177" fmla="*/ 1480341 h 5025119"/>
              <a:gd name="connsiteX178" fmla="*/ 6481796 w 6886274"/>
              <a:gd name="connsiteY178" fmla="*/ 1461358 h 5025119"/>
              <a:gd name="connsiteX179" fmla="*/ 6509713 w 6886274"/>
              <a:gd name="connsiteY179" fmla="*/ 1436418 h 5025119"/>
              <a:gd name="connsiteX180" fmla="*/ 6567037 w 6886274"/>
              <a:gd name="connsiteY180" fmla="*/ 1348199 h 5025119"/>
              <a:gd name="connsiteX181" fmla="*/ 6596816 w 6886274"/>
              <a:gd name="connsiteY181" fmla="*/ 1286781 h 5025119"/>
              <a:gd name="connsiteX182" fmla="*/ 6632178 w 6886274"/>
              <a:gd name="connsiteY182" fmla="*/ 1261842 h 5025119"/>
              <a:gd name="connsiteX183" fmla="*/ 6639994 w 6886274"/>
              <a:gd name="connsiteY183" fmla="*/ 1240625 h 5025119"/>
              <a:gd name="connsiteX184" fmla="*/ 6622127 w 6886274"/>
              <a:gd name="connsiteY184" fmla="*/ 1136400 h 5025119"/>
              <a:gd name="connsiteX185" fmla="*/ 6612077 w 6886274"/>
              <a:gd name="connsiteY185" fmla="*/ 1109599 h 5025119"/>
              <a:gd name="connsiteX186" fmla="*/ 6531675 w 6886274"/>
              <a:gd name="connsiteY186" fmla="*/ 1009469 h 5025119"/>
              <a:gd name="connsiteX187" fmla="*/ 6456113 w 6886274"/>
              <a:gd name="connsiteY187" fmla="*/ 845315 h 5025119"/>
              <a:gd name="connsiteX188" fmla="*/ 6440851 w 6886274"/>
              <a:gd name="connsiteY188" fmla="*/ 739229 h 5025119"/>
              <a:gd name="connsiteX189" fmla="*/ 6434523 w 6886274"/>
              <a:gd name="connsiteY189" fmla="*/ 715034 h 5025119"/>
              <a:gd name="connsiteX190" fmla="*/ 6432290 w 6886274"/>
              <a:gd name="connsiteY190" fmla="*/ 617510 h 5025119"/>
              <a:gd name="connsiteX191" fmla="*/ 6416284 w 6886274"/>
              <a:gd name="connsiteY191" fmla="*/ 595176 h 5025119"/>
              <a:gd name="connsiteX192" fmla="*/ 6267763 w 6886274"/>
              <a:gd name="connsiteY192" fmla="*/ 591826 h 5025119"/>
              <a:gd name="connsiteX193" fmla="*/ 6236496 w 6886274"/>
              <a:gd name="connsiteY193" fmla="*/ 521102 h 5025119"/>
              <a:gd name="connsiteX194" fmla="*/ 6257341 w 6886274"/>
              <a:gd name="connsiteY194" fmla="*/ 487229 h 5025119"/>
              <a:gd name="connsiteX195" fmla="*/ 6248780 w 6886274"/>
              <a:gd name="connsiteY195" fmla="*/ 465267 h 5025119"/>
              <a:gd name="connsiteX196" fmla="*/ 6226818 w 6886274"/>
              <a:gd name="connsiteY196" fmla="*/ 473456 h 5025119"/>
              <a:gd name="connsiteX197" fmla="*/ 6115149 w 6886274"/>
              <a:gd name="connsiteY197" fmla="*/ 551625 h 5025119"/>
              <a:gd name="connsiteX198" fmla="*/ 5951739 w 6886274"/>
              <a:gd name="connsiteY198" fmla="*/ 659944 h 5025119"/>
              <a:gd name="connsiteX199" fmla="*/ 5917122 w 6886274"/>
              <a:gd name="connsiteY199" fmla="*/ 644310 h 5025119"/>
              <a:gd name="connsiteX200" fmla="*/ 5890694 w 6886274"/>
              <a:gd name="connsiteY200" fmla="*/ 630538 h 5025119"/>
              <a:gd name="connsiteX201" fmla="*/ 5837464 w 6886274"/>
              <a:gd name="connsiteY201" fmla="*/ 646916 h 5025119"/>
              <a:gd name="connsiteX202" fmla="*/ 5809175 w 6886274"/>
              <a:gd name="connsiteY202" fmla="*/ 683395 h 5025119"/>
              <a:gd name="connsiteX203" fmla="*/ 5815503 w 6886274"/>
              <a:gd name="connsiteY203" fmla="*/ 698656 h 5025119"/>
              <a:gd name="connsiteX204" fmla="*/ 5746268 w 6886274"/>
              <a:gd name="connsiteY204" fmla="*/ 667389 h 5025119"/>
              <a:gd name="connsiteX205" fmla="*/ 5458905 w 6886274"/>
              <a:gd name="connsiteY205" fmla="*/ 754119 h 5025119"/>
              <a:gd name="connsiteX206" fmla="*/ 885302 w 6886274"/>
              <a:gd name="connsiteY206" fmla="*/ 1333310 h 5025119"/>
              <a:gd name="connsiteX207" fmla="*/ 862596 w 6886274"/>
              <a:gd name="connsiteY207" fmla="*/ 1314326 h 5025119"/>
              <a:gd name="connsiteX208" fmla="*/ 866318 w 6886274"/>
              <a:gd name="connsiteY208" fmla="*/ 1309860 h 5025119"/>
              <a:gd name="connsiteX209" fmla="*/ 912103 w 6886274"/>
              <a:gd name="connsiteY209" fmla="*/ 1341127 h 5025119"/>
              <a:gd name="connsiteX210" fmla="*/ 885302 w 6886274"/>
              <a:gd name="connsiteY210" fmla="*/ 1333310 h 5025119"/>
              <a:gd name="connsiteX211" fmla="*/ 1140280 w 6886274"/>
              <a:gd name="connsiteY211" fmla="*/ 787619 h 5025119"/>
              <a:gd name="connsiteX212" fmla="*/ 1414987 w 6886274"/>
              <a:gd name="connsiteY212" fmla="*/ 975596 h 5025119"/>
              <a:gd name="connsiteX213" fmla="*/ 1410892 w 6886274"/>
              <a:gd name="connsiteY213" fmla="*/ 980063 h 5025119"/>
              <a:gd name="connsiteX214" fmla="*/ 1140280 w 6886274"/>
              <a:gd name="connsiteY214" fmla="*/ 787619 h 5025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</a:cxnLst>
            <a:rect l="l" t="t" r="r" b="b"/>
            <a:pathLst>
              <a:path w="6886274" h="5025119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bg1"/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35283" y="1332170"/>
            <a:ext cx="4155791" cy="2149412"/>
          </a:xfrm>
        </p:spPr>
        <p:txBody>
          <a:bodyPr>
            <a:normAutofit/>
          </a:bodyPr>
          <a:lstStyle/>
          <a:p>
            <a:r>
              <a:rPr lang="en-US" sz="6000" b="1" dirty="0">
                <a:solidFill>
                  <a:schemeClr val="accent3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dalus" panose="02020603050405020304" pitchFamily="18" charset="-78"/>
                <a:cs typeface="Andalus" panose="02020603050405020304" pitchFamily="18" charset="-78"/>
              </a:rPr>
              <a:t>KI-Lösungen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66251" y="3578955"/>
            <a:ext cx="6293853" cy="1053201"/>
          </a:xfrm>
        </p:spPr>
        <p:txBody>
          <a:bodyPr>
            <a:noAutofit/>
          </a:bodyPr>
          <a:lstStyle/>
          <a:p>
            <a:pPr defTabSz="914400">
              <a:lnSpc>
                <a:spcPct val="90000"/>
              </a:lnSpc>
              <a:spcBef>
                <a:spcPts val="1000"/>
              </a:spcBef>
            </a:pPr>
            <a:r>
              <a:rPr lang="en-US" sz="2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Digitale Transformations- und KI-Enablement-Strategien</a:t>
            </a:r>
          </a:p>
          <a:p>
            <a:pPr>
              <a:defRPr sz="1600" i="1"/>
            </a:pPr>
            <a:r>
              <a:rPr lang="ar-SA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Digitale Transformation und künstliche Intelligenz im Unternehmen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2400" b="1" dirty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+mj-ea"/>
              <a:cs typeface="Andalus" panose="02020603050405020304" pitchFamily="18" charset="-78"/>
            </a:endParaRPr>
          </a:p>
        </p:txBody>
      </p:sp>
      <p:pic>
        <p:nvPicPr>
          <p:cNvPr id="4" name="Picture 3" descr="78A3862A-D583-41E0-9AF0-082430A8FDC5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9388" y="-124744"/>
            <a:ext cx="954893" cy="112403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6" name="Picture 5" descr="AI_logo_replaced.png">
            <a:extLst>
              <a:ext uri="{FF2B5EF4-FFF2-40B4-BE49-F238E27FC236}">
                <a16:creationId xmlns:a16="http://schemas.microsoft.com/office/drawing/2014/main" id="{DFA8A2A2-ED3A-EE36-2F85-0C032EACC60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3992" r="-2" b="-2"/>
          <a:stretch>
            <a:fillRect/>
          </a:stretch>
        </p:blipFill>
        <p:spPr>
          <a:xfrm>
            <a:off x="1" y="0"/>
            <a:ext cx="1149684" cy="99929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85F55C16-BC21-49EF-A4FF-C3155BB93B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6300" y="365125"/>
            <a:ext cx="3829048" cy="195274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b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Strategischer Überblick</a:t>
            </a:r>
            <a:endParaRPr lang="en-US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0C5F069E-AFE6-4825-8945-46F2918A50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4587427" cy="6858000"/>
          </a:xfrm>
          <a:custGeom>
            <a:avLst/>
            <a:gdLst>
              <a:gd name="connsiteX0" fmla="*/ 0 w 6116569"/>
              <a:gd name="connsiteY0" fmla="*/ 0 h 6879321"/>
              <a:gd name="connsiteX1" fmla="*/ 2935851 w 6116569"/>
              <a:gd name="connsiteY1" fmla="*/ 0 h 6879321"/>
              <a:gd name="connsiteX2" fmla="*/ 3238280 w 6116569"/>
              <a:gd name="connsiteY2" fmla="*/ 31980 h 6879321"/>
              <a:gd name="connsiteX3" fmla="*/ 3660541 w 6116569"/>
              <a:gd name="connsiteY3" fmla="*/ 550772 h 6879321"/>
              <a:gd name="connsiteX4" fmla="*/ 3808902 w 6116569"/>
              <a:gd name="connsiteY4" fmla="*/ 589860 h 6879321"/>
              <a:gd name="connsiteX5" fmla="*/ 4413762 w 6116569"/>
              <a:gd name="connsiteY5" fmla="*/ 625393 h 6879321"/>
              <a:gd name="connsiteX6" fmla="*/ 4567830 w 6116569"/>
              <a:gd name="connsiteY6" fmla="*/ 721333 h 6879321"/>
              <a:gd name="connsiteX7" fmla="*/ 4171247 w 6116569"/>
              <a:gd name="connsiteY7" fmla="*/ 792401 h 6879321"/>
              <a:gd name="connsiteX8" fmla="*/ 4376671 w 6116569"/>
              <a:gd name="connsiteY8" fmla="*/ 842148 h 6879321"/>
              <a:gd name="connsiteX9" fmla="*/ 4527887 w 6116569"/>
              <a:gd name="connsiteY9" fmla="*/ 813722 h 6879321"/>
              <a:gd name="connsiteX10" fmla="*/ 4633452 w 6116569"/>
              <a:gd name="connsiteY10" fmla="*/ 799508 h 6879321"/>
              <a:gd name="connsiteX11" fmla="*/ 4947293 w 6116569"/>
              <a:gd name="connsiteY11" fmla="*/ 870576 h 6879321"/>
              <a:gd name="connsiteX12" fmla="*/ 5263988 w 6116569"/>
              <a:gd name="connsiteY12" fmla="*/ 820828 h 6879321"/>
              <a:gd name="connsiteX13" fmla="*/ 5249723 w 6116569"/>
              <a:gd name="connsiteY13" fmla="*/ 895449 h 6879321"/>
              <a:gd name="connsiteX14" fmla="*/ 4744723 w 6116569"/>
              <a:gd name="connsiteY14" fmla="*/ 1197485 h 6879321"/>
              <a:gd name="connsiteX15" fmla="*/ 4767548 w 6116569"/>
              <a:gd name="connsiteY15" fmla="*/ 1346727 h 6879321"/>
              <a:gd name="connsiteX16" fmla="*/ 4539299 w 6116569"/>
              <a:gd name="connsiteY16" fmla="*/ 1421348 h 6879321"/>
              <a:gd name="connsiteX17" fmla="*/ 4607773 w 6116569"/>
              <a:gd name="connsiteY17" fmla="*/ 1485309 h 6879321"/>
              <a:gd name="connsiteX18" fmla="*/ 4579242 w 6116569"/>
              <a:gd name="connsiteY18" fmla="*/ 1535055 h 6879321"/>
              <a:gd name="connsiteX19" fmla="*/ 5278255 w 6116569"/>
              <a:gd name="connsiteY19" fmla="*/ 1609676 h 6879321"/>
              <a:gd name="connsiteX20" fmla="*/ 5771843 w 6116569"/>
              <a:gd name="connsiteY20" fmla="*/ 1630997 h 6879321"/>
              <a:gd name="connsiteX21" fmla="*/ 6105656 w 6116569"/>
              <a:gd name="connsiteY21" fmla="*/ 1748257 h 6879321"/>
              <a:gd name="connsiteX22" fmla="*/ 5691955 w 6116569"/>
              <a:gd name="connsiteY22" fmla="*/ 2167555 h 6879321"/>
              <a:gd name="connsiteX23" fmla="*/ 5475118 w 6116569"/>
              <a:gd name="connsiteY23" fmla="*/ 2348776 h 6879321"/>
              <a:gd name="connsiteX24" fmla="*/ 5826051 w 6116569"/>
              <a:gd name="connsiteY24" fmla="*/ 2291922 h 6879321"/>
              <a:gd name="connsiteX25" fmla="*/ 5552153 w 6116569"/>
              <a:gd name="connsiteY25" fmla="*/ 2597513 h 6879321"/>
              <a:gd name="connsiteX26" fmla="*/ 5603508 w 6116569"/>
              <a:gd name="connsiteY26" fmla="*/ 2647260 h 6879321"/>
              <a:gd name="connsiteX27" fmla="*/ 5700515 w 6116569"/>
              <a:gd name="connsiteY27" fmla="*/ 2679240 h 6879321"/>
              <a:gd name="connsiteX28" fmla="*/ 5246870 w 6116569"/>
              <a:gd name="connsiteY28" fmla="*/ 2888889 h 6879321"/>
              <a:gd name="connsiteX29" fmla="*/ 4836022 w 6116569"/>
              <a:gd name="connsiteY29" fmla="*/ 3169605 h 6879321"/>
              <a:gd name="connsiteX30" fmla="*/ 4736163 w 6116569"/>
              <a:gd name="connsiteY30" fmla="*/ 3233565 h 6879321"/>
              <a:gd name="connsiteX31" fmla="*/ 4853141 w 6116569"/>
              <a:gd name="connsiteY31" fmla="*/ 3233565 h 6879321"/>
              <a:gd name="connsiteX32" fmla="*/ 4944440 w 6116569"/>
              <a:gd name="connsiteY32" fmla="*/ 3226459 h 6879321"/>
              <a:gd name="connsiteX33" fmla="*/ 5109921 w 6116569"/>
              <a:gd name="connsiteY33" fmla="*/ 3283313 h 6879321"/>
              <a:gd name="connsiteX34" fmla="*/ 5694809 w 6116569"/>
              <a:gd name="connsiteY34" fmla="*/ 3141178 h 6879321"/>
              <a:gd name="connsiteX35" fmla="*/ 5566419 w 6116569"/>
              <a:gd name="connsiteY35" fmla="*/ 3301079 h 6879321"/>
              <a:gd name="connsiteX36" fmla="*/ 5415203 w 6116569"/>
              <a:gd name="connsiteY36" fmla="*/ 3397020 h 6879321"/>
              <a:gd name="connsiteX37" fmla="*/ 5612068 w 6116569"/>
              <a:gd name="connsiteY37" fmla="*/ 3432554 h 6879321"/>
              <a:gd name="connsiteX38" fmla="*/ 5206927 w 6116569"/>
              <a:gd name="connsiteY38" fmla="*/ 3599562 h 6879321"/>
              <a:gd name="connsiteX39" fmla="*/ 5301079 w 6116569"/>
              <a:gd name="connsiteY39" fmla="*/ 3723930 h 6879321"/>
              <a:gd name="connsiteX40" fmla="*/ 4507915 w 6116569"/>
              <a:gd name="connsiteY40" fmla="*/ 4306683 h 6879321"/>
              <a:gd name="connsiteX41" fmla="*/ 3982942 w 6116569"/>
              <a:gd name="connsiteY41" fmla="*/ 4587399 h 6879321"/>
              <a:gd name="connsiteX42" fmla="*/ 4185513 w 6116569"/>
              <a:gd name="connsiteY42" fmla="*/ 4541205 h 6879321"/>
              <a:gd name="connsiteX43" fmla="*/ 5212633 w 6116569"/>
              <a:gd name="connsiteY43" fmla="*/ 4455924 h 6879321"/>
              <a:gd name="connsiteX44" fmla="*/ 5312492 w 6116569"/>
              <a:gd name="connsiteY44" fmla="*/ 4473691 h 6879321"/>
              <a:gd name="connsiteX45" fmla="*/ 4596361 w 6116569"/>
              <a:gd name="connsiteY45" fmla="*/ 4818368 h 6879321"/>
              <a:gd name="connsiteX46" fmla="*/ 4873113 w 6116569"/>
              <a:gd name="connsiteY46" fmla="*/ 4885882 h 6879321"/>
              <a:gd name="connsiteX47" fmla="*/ 4935881 w 6116569"/>
              <a:gd name="connsiteY47" fmla="*/ 4914309 h 6879321"/>
              <a:gd name="connsiteX48" fmla="*/ 4873113 w 6116569"/>
              <a:gd name="connsiteY48" fmla="*/ 5003143 h 6879321"/>
              <a:gd name="connsiteX49" fmla="*/ 4721898 w 6116569"/>
              <a:gd name="connsiteY49" fmla="*/ 5095530 h 6879321"/>
              <a:gd name="connsiteX50" fmla="*/ 5132745 w 6116569"/>
              <a:gd name="connsiteY50" fmla="*/ 4949842 h 6879321"/>
              <a:gd name="connsiteX51" fmla="*/ 5101362 w 6116569"/>
              <a:gd name="connsiteY51" fmla="*/ 5081317 h 6879321"/>
              <a:gd name="connsiteX52" fmla="*/ 5138452 w 6116569"/>
              <a:gd name="connsiteY52" fmla="*/ 5198578 h 6879321"/>
              <a:gd name="connsiteX53" fmla="*/ 4904497 w 6116569"/>
              <a:gd name="connsiteY53" fmla="*/ 5362033 h 6879321"/>
              <a:gd name="connsiteX54" fmla="*/ 4579242 w 6116569"/>
              <a:gd name="connsiteY54" fmla="*/ 5674729 h 6879321"/>
              <a:gd name="connsiteX55" fmla="*/ 4253988 w 6116569"/>
              <a:gd name="connsiteY55" fmla="*/ 5884379 h 6879321"/>
              <a:gd name="connsiteX56" fmla="*/ 3985795 w 6116569"/>
              <a:gd name="connsiteY56" fmla="*/ 6069153 h 6879321"/>
              <a:gd name="connsiteX57" fmla="*/ 4231163 w 6116569"/>
              <a:gd name="connsiteY57" fmla="*/ 6030066 h 6879321"/>
              <a:gd name="connsiteX58" fmla="*/ 3814609 w 6116569"/>
              <a:gd name="connsiteY58" fmla="*/ 6317889 h 6879321"/>
              <a:gd name="connsiteX59" fmla="*/ 3751840 w 6116569"/>
              <a:gd name="connsiteY59" fmla="*/ 6339209 h 6879321"/>
              <a:gd name="connsiteX60" fmla="*/ 3089919 w 6116569"/>
              <a:gd name="connsiteY60" fmla="*/ 6563071 h 6879321"/>
              <a:gd name="connsiteX61" fmla="*/ 2961529 w 6116569"/>
              <a:gd name="connsiteY61" fmla="*/ 6662566 h 6879321"/>
              <a:gd name="connsiteX62" fmla="*/ 3107038 w 6116569"/>
              <a:gd name="connsiteY62" fmla="*/ 6673226 h 6879321"/>
              <a:gd name="connsiteX63" fmla="*/ 3594919 w 6116569"/>
              <a:gd name="connsiteY63" fmla="*/ 6591499 h 6879321"/>
              <a:gd name="connsiteX64" fmla="*/ 3261106 w 6116569"/>
              <a:gd name="connsiteY64" fmla="*/ 6726527 h 6879321"/>
              <a:gd name="connsiteX65" fmla="*/ 3620597 w 6116569"/>
              <a:gd name="connsiteY65" fmla="*/ 6740740 h 6879321"/>
              <a:gd name="connsiteX66" fmla="*/ 3703337 w 6116569"/>
              <a:gd name="connsiteY66" fmla="*/ 6826020 h 6879321"/>
              <a:gd name="connsiteX67" fmla="*/ 3689072 w 6116569"/>
              <a:gd name="connsiteY67" fmla="*/ 6879321 h 6879321"/>
              <a:gd name="connsiteX68" fmla="*/ 0 w 6116569"/>
              <a:gd name="connsiteY68" fmla="*/ 6879321 h 68793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</a:cxnLst>
            <a:rect l="l" t="t" r="r" b="b"/>
            <a:pathLst>
              <a:path w="6116569" h="6879321">
                <a:moveTo>
                  <a:pt x="0" y="0"/>
                </a:moveTo>
                <a:lnTo>
                  <a:pt x="2935851" y="0"/>
                </a:lnTo>
                <a:cubicBezTo>
                  <a:pt x="3035710" y="10660"/>
                  <a:pt x="3138421" y="17767"/>
                  <a:pt x="3238280" y="31980"/>
                </a:cubicBezTo>
                <a:cubicBezTo>
                  <a:pt x="3817462" y="106602"/>
                  <a:pt x="3127009" y="277163"/>
                  <a:pt x="3660541" y="550772"/>
                </a:cubicBezTo>
                <a:cubicBezTo>
                  <a:pt x="3706191" y="575645"/>
                  <a:pt x="3757546" y="579199"/>
                  <a:pt x="3808902" y="589860"/>
                </a:cubicBezTo>
                <a:cubicBezTo>
                  <a:pt x="4008620" y="625393"/>
                  <a:pt x="4211192" y="618286"/>
                  <a:pt x="4413762" y="625393"/>
                </a:cubicBezTo>
                <a:cubicBezTo>
                  <a:pt x="4465118" y="628946"/>
                  <a:pt x="4525033" y="625393"/>
                  <a:pt x="4567830" y="721333"/>
                </a:cubicBezTo>
                <a:cubicBezTo>
                  <a:pt x="4425175" y="724888"/>
                  <a:pt x="4305344" y="731994"/>
                  <a:pt x="4171247" y="792401"/>
                </a:cubicBezTo>
                <a:cubicBezTo>
                  <a:pt x="4239722" y="859916"/>
                  <a:pt x="4322462" y="795955"/>
                  <a:pt x="4376671" y="842148"/>
                </a:cubicBezTo>
                <a:cubicBezTo>
                  <a:pt x="4428027" y="888342"/>
                  <a:pt x="4470824" y="891896"/>
                  <a:pt x="4527887" y="813722"/>
                </a:cubicBezTo>
                <a:cubicBezTo>
                  <a:pt x="4556417" y="774634"/>
                  <a:pt x="4604920" y="778187"/>
                  <a:pt x="4633452" y="799508"/>
                </a:cubicBezTo>
                <a:cubicBezTo>
                  <a:pt x="4781813" y="913216"/>
                  <a:pt x="4778960" y="909662"/>
                  <a:pt x="4947293" y="870576"/>
                </a:cubicBezTo>
                <a:cubicBezTo>
                  <a:pt x="5055712" y="845701"/>
                  <a:pt x="5166983" y="806615"/>
                  <a:pt x="5263988" y="820828"/>
                </a:cubicBezTo>
                <a:cubicBezTo>
                  <a:pt x="5275401" y="867022"/>
                  <a:pt x="5263988" y="888342"/>
                  <a:pt x="5249723" y="895449"/>
                </a:cubicBezTo>
                <a:cubicBezTo>
                  <a:pt x="5021475" y="1005604"/>
                  <a:pt x="4975825" y="1122864"/>
                  <a:pt x="4744723" y="1197485"/>
                </a:cubicBezTo>
                <a:cubicBezTo>
                  <a:pt x="4724751" y="1268552"/>
                  <a:pt x="4807491" y="1275660"/>
                  <a:pt x="4767548" y="1346727"/>
                </a:cubicBezTo>
                <a:cubicBezTo>
                  <a:pt x="4693367" y="1407134"/>
                  <a:pt x="4610627" y="1346727"/>
                  <a:pt x="4539299" y="1421348"/>
                </a:cubicBezTo>
                <a:cubicBezTo>
                  <a:pt x="4550712" y="1471094"/>
                  <a:pt x="4610627" y="1432008"/>
                  <a:pt x="4607773" y="1485309"/>
                </a:cubicBezTo>
                <a:cubicBezTo>
                  <a:pt x="4604920" y="1517288"/>
                  <a:pt x="4593508" y="1527948"/>
                  <a:pt x="4579242" y="1535055"/>
                </a:cubicBezTo>
                <a:cubicBezTo>
                  <a:pt x="4776107" y="1538608"/>
                  <a:pt x="5383820" y="1574142"/>
                  <a:pt x="5278255" y="1609676"/>
                </a:cubicBezTo>
                <a:cubicBezTo>
                  <a:pt x="5418057" y="1698511"/>
                  <a:pt x="5623481" y="1609676"/>
                  <a:pt x="5771843" y="1630997"/>
                </a:cubicBezTo>
                <a:cubicBezTo>
                  <a:pt x="5925911" y="1652316"/>
                  <a:pt x="6171278" y="1719830"/>
                  <a:pt x="6105656" y="1748257"/>
                </a:cubicBezTo>
                <a:cubicBezTo>
                  <a:pt x="6031475" y="1780238"/>
                  <a:pt x="5766136" y="2146235"/>
                  <a:pt x="5691955" y="2167555"/>
                </a:cubicBezTo>
                <a:cubicBezTo>
                  <a:pt x="5606362" y="2188875"/>
                  <a:pt x="5589243" y="2217302"/>
                  <a:pt x="5475118" y="2348776"/>
                </a:cubicBezTo>
                <a:cubicBezTo>
                  <a:pt x="5398085" y="2437610"/>
                  <a:pt x="5709074" y="2238623"/>
                  <a:pt x="5826051" y="2291922"/>
                </a:cubicBezTo>
                <a:cubicBezTo>
                  <a:pt x="5868848" y="2309690"/>
                  <a:pt x="5552153" y="2554872"/>
                  <a:pt x="5552153" y="2597513"/>
                </a:cubicBezTo>
                <a:cubicBezTo>
                  <a:pt x="5549300" y="2640153"/>
                  <a:pt x="5577831" y="2647260"/>
                  <a:pt x="5603508" y="2647260"/>
                </a:cubicBezTo>
                <a:cubicBezTo>
                  <a:pt x="5660571" y="2647260"/>
                  <a:pt x="5640599" y="2686346"/>
                  <a:pt x="5700515" y="2679240"/>
                </a:cubicBezTo>
                <a:cubicBezTo>
                  <a:pt x="5523622" y="2800055"/>
                  <a:pt x="5418057" y="2778734"/>
                  <a:pt x="5246870" y="2888889"/>
                </a:cubicBezTo>
                <a:cubicBezTo>
                  <a:pt x="5164130" y="2942189"/>
                  <a:pt x="4921615" y="3119857"/>
                  <a:pt x="4836022" y="3169605"/>
                </a:cubicBezTo>
                <a:cubicBezTo>
                  <a:pt x="4801785" y="3187371"/>
                  <a:pt x="4758988" y="3173158"/>
                  <a:pt x="4736163" y="3233565"/>
                </a:cubicBezTo>
                <a:cubicBezTo>
                  <a:pt x="4770400" y="3279759"/>
                  <a:pt x="4816050" y="3254885"/>
                  <a:pt x="4853141" y="3233565"/>
                </a:cubicBezTo>
                <a:cubicBezTo>
                  <a:pt x="4944440" y="3176711"/>
                  <a:pt x="4935881" y="3190925"/>
                  <a:pt x="4944440" y="3226459"/>
                </a:cubicBezTo>
                <a:cubicBezTo>
                  <a:pt x="4972972" y="3350827"/>
                  <a:pt x="5044300" y="3308186"/>
                  <a:pt x="5109921" y="3283313"/>
                </a:cubicBezTo>
                <a:cubicBezTo>
                  <a:pt x="5303932" y="3208692"/>
                  <a:pt x="5500797" y="3215799"/>
                  <a:pt x="5694809" y="3141178"/>
                </a:cubicBezTo>
                <a:cubicBezTo>
                  <a:pt x="5714781" y="3134070"/>
                  <a:pt x="5612068" y="3283313"/>
                  <a:pt x="5566419" y="3301079"/>
                </a:cubicBezTo>
                <a:cubicBezTo>
                  <a:pt x="5515063" y="3322399"/>
                  <a:pt x="5452294" y="3311739"/>
                  <a:pt x="5415203" y="3397020"/>
                </a:cubicBezTo>
                <a:cubicBezTo>
                  <a:pt x="5477972" y="3414787"/>
                  <a:pt x="5552153" y="3372147"/>
                  <a:pt x="5612068" y="3432554"/>
                </a:cubicBezTo>
                <a:cubicBezTo>
                  <a:pt x="5469413" y="3528494"/>
                  <a:pt x="5329610" y="3535601"/>
                  <a:pt x="5206927" y="3599562"/>
                </a:cubicBezTo>
                <a:cubicBezTo>
                  <a:pt x="5192661" y="3706163"/>
                  <a:pt x="5272548" y="3663523"/>
                  <a:pt x="5301079" y="3723930"/>
                </a:cubicBezTo>
                <a:cubicBezTo>
                  <a:pt x="5072830" y="3844745"/>
                  <a:pt x="4564977" y="4232062"/>
                  <a:pt x="4507915" y="4306683"/>
                </a:cubicBezTo>
                <a:cubicBezTo>
                  <a:pt x="4390937" y="4463031"/>
                  <a:pt x="3900202" y="4562525"/>
                  <a:pt x="3982942" y="4587399"/>
                </a:cubicBezTo>
                <a:cubicBezTo>
                  <a:pt x="4051417" y="4608719"/>
                  <a:pt x="4119891" y="4587399"/>
                  <a:pt x="4185513" y="4541205"/>
                </a:cubicBezTo>
                <a:cubicBezTo>
                  <a:pt x="4291078" y="4466584"/>
                  <a:pt x="5010062" y="4523438"/>
                  <a:pt x="5212633" y="4455924"/>
                </a:cubicBezTo>
                <a:cubicBezTo>
                  <a:pt x="5241164" y="4445264"/>
                  <a:pt x="5283960" y="4409730"/>
                  <a:pt x="5312492" y="4473691"/>
                </a:cubicBezTo>
                <a:cubicBezTo>
                  <a:pt x="5098508" y="4704659"/>
                  <a:pt x="4833169" y="4654913"/>
                  <a:pt x="4596361" y="4818368"/>
                </a:cubicBezTo>
                <a:cubicBezTo>
                  <a:pt x="4684807" y="4917861"/>
                  <a:pt x="4776107" y="4907202"/>
                  <a:pt x="4873113" y="4885882"/>
                </a:cubicBezTo>
                <a:cubicBezTo>
                  <a:pt x="4895938" y="4878775"/>
                  <a:pt x="4930175" y="4871668"/>
                  <a:pt x="4935881" y="4914309"/>
                </a:cubicBezTo>
                <a:cubicBezTo>
                  <a:pt x="4941587" y="4967609"/>
                  <a:pt x="4898790" y="4978270"/>
                  <a:pt x="4873113" y="5003143"/>
                </a:cubicBezTo>
                <a:cubicBezTo>
                  <a:pt x="4833169" y="5038676"/>
                  <a:pt x="4773254" y="4999590"/>
                  <a:pt x="4721898" y="5095530"/>
                </a:cubicBezTo>
                <a:cubicBezTo>
                  <a:pt x="4873113" y="5067104"/>
                  <a:pt x="4998650" y="5020910"/>
                  <a:pt x="5132745" y="4949842"/>
                </a:cubicBezTo>
                <a:cubicBezTo>
                  <a:pt x="5121333" y="5006696"/>
                  <a:pt x="5081390" y="5035123"/>
                  <a:pt x="5101362" y="5081317"/>
                </a:cubicBezTo>
                <a:cubicBezTo>
                  <a:pt x="5118480" y="5116850"/>
                  <a:pt x="5164130" y="5131063"/>
                  <a:pt x="5138452" y="5198578"/>
                </a:cubicBezTo>
                <a:cubicBezTo>
                  <a:pt x="5067125" y="5273199"/>
                  <a:pt x="4967265" y="5258986"/>
                  <a:pt x="4904497" y="5362033"/>
                </a:cubicBezTo>
                <a:cubicBezTo>
                  <a:pt x="4818903" y="5507721"/>
                  <a:pt x="4684807" y="5564575"/>
                  <a:pt x="4579242" y="5674729"/>
                </a:cubicBezTo>
                <a:cubicBezTo>
                  <a:pt x="4545005" y="5713816"/>
                  <a:pt x="4313903" y="5841738"/>
                  <a:pt x="4253988" y="5884379"/>
                </a:cubicBezTo>
                <a:cubicBezTo>
                  <a:pt x="4168395" y="5944786"/>
                  <a:pt x="4071389" y="5966106"/>
                  <a:pt x="3985795" y="6069153"/>
                </a:cubicBezTo>
                <a:cubicBezTo>
                  <a:pt x="4065682" y="6086921"/>
                  <a:pt x="4134157" y="5990979"/>
                  <a:pt x="4231163" y="6030066"/>
                </a:cubicBezTo>
                <a:cubicBezTo>
                  <a:pt x="4074242" y="6133114"/>
                  <a:pt x="3931586" y="6182861"/>
                  <a:pt x="3814609" y="6317889"/>
                </a:cubicBezTo>
                <a:cubicBezTo>
                  <a:pt x="3800343" y="6335656"/>
                  <a:pt x="3771812" y="6332102"/>
                  <a:pt x="3751840" y="6339209"/>
                </a:cubicBezTo>
                <a:cubicBezTo>
                  <a:pt x="3529298" y="6406723"/>
                  <a:pt x="3309608" y="6467130"/>
                  <a:pt x="3089919" y="6563071"/>
                </a:cubicBezTo>
                <a:cubicBezTo>
                  <a:pt x="3041416" y="6584392"/>
                  <a:pt x="2955823" y="6595052"/>
                  <a:pt x="2961529" y="6662566"/>
                </a:cubicBezTo>
                <a:cubicBezTo>
                  <a:pt x="2972941" y="6765613"/>
                  <a:pt x="3055681" y="6687439"/>
                  <a:pt x="3107038" y="6673226"/>
                </a:cubicBezTo>
                <a:cubicBezTo>
                  <a:pt x="3269664" y="6634138"/>
                  <a:pt x="3432292" y="6570178"/>
                  <a:pt x="3594919" y="6591499"/>
                </a:cubicBezTo>
                <a:cubicBezTo>
                  <a:pt x="3483648" y="6637693"/>
                  <a:pt x="3372376" y="6680332"/>
                  <a:pt x="3261106" y="6726527"/>
                </a:cubicBezTo>
                <a:cubicBezTo>
                  <a:pt x="3386642" y="6705206"/>
                  <a:pt x="3495061" y="6786934"/>
                  <a:pt x="3620597" y="6740740"/>
                </a:cubicBezTo>
                <a:cubicBezTo>
                  <a:pt x="3660541" y="6726527"/>
                  <a:pt x="3700484" y="6765613"/>
                  <a:pt x="3703337" y="6826020"/>
                </a:cubicBezTo>
                <a:cubicBezTo>
                  <a:pt x="3706191" y="6847340"/>
                  <a:pt x="3700484" y="6865108"/>
                  <a:pt x="3689072" y="6879321"/>
                </a:cubicBezTo>
                <a:lnTo>
                  <a:pt x="0" y="6879321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9" name="Graphic 8" descr="Head with Gears">
            <a:extLst>
              <a:ext uri="{FF2B5EF4-FFF2-40B4-BE49-F238E27FC236}">
                <a16:creationId xmlns:a16="http://schemas.microsoft.com/office/drawing/2014/main" id="{AFE100FE-523B-D89E-8FB9-3DB74FE032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0851" y="2317509"/>
            <a:ext cx="1730876" cy="1730876"/>
          </a:xfrm>
          <a:prstGeom prst="rect">
            <a:avLst/>
          </a:prstGeom>
        </p:spPr>
      </p:pic>
      <p:pic>
        <p:nvPicPr>
          <p:cNvPr id="3" name="Picture 2" descr="78A3862A-D583-41E0-9AF0-082430A8FDC5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6125" y="0"/>
            <a:ext cx="914400" cy="999290"/>
          </a:xfrm>
          <a:prstGeom prst="rect">
            <a:avLst/>
          </a:prstGeom>
        </p:spPr>
      </p:pic>
      <p:pic>
        <p:nvPicPr>
          <p:cNvPr id="5" name="Picture 4" descr="AI_logo_replaced.png">
            <a:extLst>
              <a:ext uri="{FF2B5EF4-FFF2-40B4-BE49-F238E27FC236}">
                <a16:creationId xmlns:a16="http://schemas.microsoft.com/office/drawing/2014/main" id="{7AC2ABCD-41C9-0D84-7A84-8D16C499C2D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3992" r="-2" b="-2"/>
          <a:stretch>
            <a:fillRect/>
          </a:stretch>
        </p:blipFill>
        <p:spPr>
          <a:xfrm>
            <a:off x="1" y="0"/>
            <a:ext cx="1149684" cy="99929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70A8A2A-DDE3-93A3-E8B1-801C8DBFC36F}"/>
              </a:ext>
            </a:extLst>
          </p:cNvPr>
          <p:cNvSpPr txBox="1"/>
          <p:nvPr/>
        </p:nvSpPr>
        <p:spPr>
          <a:xfrm>
            <a:off x="3379230" y="2848763"/>
            <a:ext cx="6005094" cy="15265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228600" algn="ctr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i="1" dirty="0">
                <a:solidFill>
                  <a:schemeClr val="tx1"/>
                </a:solidFill>
              </a:rPr>
              <a:t>Positionieren Sie KI als Business Enabler</a:t>
            </a:r>
            <a:br>
              <a:rPr lang="en-US" sz="2000" i="1" dirty="0">
                <a:solidFill>
                  <a:schemeClr val="tx1"/>
                </a:solidFill>
              </a:rPr>
            </a:br>
            <a:r>
              <a:rPr lang="en-US" sz="1400" dirty="0" err="1">
                <a:solidFill/>
              </a:rPr>
              <a:t>Vertrauen</a:t>
            </a:r>
            <a:r>
              <a:rPr lang="en-US" sz="1400" dirty="0"/>
              <a:t> </a:t>
            </a:r>
            <a:r>
              <a:rPr lang="en-US" sz="1400" dirty="0" err="1">
                <a:solidFill/>
              </a:rPr>
              <a:t>Intelligenz</a:t>
            </a:r>
            <a:r>
              <a:rPr lang="en-US" sz="1400" dirty="0"/>
              <a:t> </a:t>
            </a:r>
            <a:r>
              <a:rPr lang="en-US" sz="1400" dirty="0" err="1">
                <a:solidFill/>
              </a:rPr>
              <a:t>Künstlich</a:t>
            </a:r>
            <a:r>
              <a:rPr lang="en-US" sz="1400" dirty="0"/>
              <a:t> </a:t>
            </a:r>
            <a:r>
              <a:rPr lang="en-US" sz="1400" dirty="0" err="1">
                <a:solidFill/>
              </a:rPr>
              <a:t>als Werkzeug</a:t>
            </a:r>
            <a:r>
              <a:rPr lang="en-US" sz="1400" dirty="0"/>
              <a:t> </a:t>
            </a:r>
            <a:r>
              <a:rPr lang="en-US" sz="1400" dirty="0" err="1">
                <a:solidFill/>
              </a:rPr>
              <a:t>Erlauben</a:t>
            </a:r>
            <a:r>
              <a:rPr lang="en-US" sz="1400" dirty="0"/>
              <a:t> </a:t>
            </a:r>
            <a:r>
              <a:rPr lang="en-US" sz="1400" dirty="0" err="1">
                <a:solidFill/>
              </a:rPr>
              <a:t>institutionell</a:t>
            </a:r>
            <a:br>
              <a:rPr lang="en-US" sz="1400" dirty="0"/>
            </a:br>
            <a:br>
              <a:rPr lang="en-US" sz="2000" i="1" dirty="0"/>
            </a:br>
            <a:r>
              <a:rPr lang="en-US" sz="2000" i="1" dirty="0">
                <a:solidFill/>
              </a:rPr>
              <a:t>Verbessern Sie die betriebliche Effizienz und Entscheidungsqualität</a:t>
            </a:r>
          </a:p>
          <a:p>
            <a:pPr indent="-228600" algn="ctr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i="1" dirty="0" err="1">
                <a:solidFill/>
              </a:rPr>
              <a:t>verbessern</a:t>
            </a:r>
            <a:r>
              <a:rPr lang="en-US" sz="2000" i="1" dirty="0"/>
              <a:t> </a:t>
            </a:r>
            <a:r>
              <a:rPr lang="en-US" sz="2000" i="1" dirty="0" err="1">
                <a:solidFill/>
              </a:rPr>
              <a:t>Effizienz</a:t>
            </a:r>
            <a:r>
              <a:rPr lang="en-US" sz="2000" i="1" dirty="0"/>
              <a:t> </a:t>
            </a:r>
            <a:r>
              <a:rPr lang="en-US" sz="2000" i="1" dirty="0" err="1">
                <a:solidFill/>
              </a:rPr>
              <a:t>und Qualität</a:t>
            </a:r>
            <a:r>
              <a:rPr lang="en-US" sz="2000" i="1" dirty="0"/>
              <a:t> </a:t>
            </a:r>
            <a:r>
              <a:rPr lang="en-US" sz="2000" i="1" dirty="0" err="1">
                <a:solidFill/>
              </a:rPr>
              <a:t>Entscheidung</a:t>
            </a:r>
            <a:endParaRPr lang="en-US" sz="2000" i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B393D8-322D-DA02-DD2E-3D78537485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F144C9-067F-3B37-1AA8-AF49A6DC8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9401" y="365125"/>
            <a:ext cx="3829048" cy="195274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b="1" dirty="0">
                <a:solidFill/>
              </a:rPr>
              <a:t>Strategische Ziele</a:t>
            </a:r>
            <a:endParaRPr lang="en-US" dirty="0"/>
          </a:p>
        </p:txBody>
      </p:sp>
      <p:pic>
        <p:nvPicPr>
          <p:cNvPr id="9" name="Graphic 8" descr="Head with Gears">
            <a:extLst>
              <a:ext uri="{FF2B5EF4-FFF2-40B4-BE49-F238E27FC236}">
                <a16:creationId xmlns:a16="http://schemas.microsoft.com/office/drawing/2014/main" id="{686AB914-0C0D-0346-C529-70271F30FD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0851" y="2317509"/>
            <a:ext cx="1730876" cy="1730876"/>
          </a:xfrm>
          <a:prstGeom prst="rect">
            <a:avLst/>
          </a:prstGeom>
        </p:spPr>
      </p:pic>
      <p:pic>
        <p:nvPicPr>
          <p:cNvPr id="3" name="Picture 2" descr="78A3862A-D583-41E0-9AF0-082430A8FDC5.jpeg">
            <a:extLst>
              <a:ext uri="{FF2B5EF4-FFF2-40B4-BE49-F238E27FC236}">
                <a16:creationId xmlns:a16="http://schemas.microsoft.com/office/drawing/2014/main" id="{732AFB32-1142-07B4-B02F-E37E3806E0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6125" y="0"/>
            <a:ext cx="914400" cy="999290"/>
          </a:xfrm>
          <a:prstGeom prst="rect">
            <a:avLst/>
          </a:prstGeom>
        </p:spPr>
      </p:pic>
      <p:pic>
        <p:nvPicPr>
          <p:cNvPr id="5" name="Picture 4" descr="AI_logo_replaced.png">
            <a:extLst>
              <a:ext uri="{FF2B5EF4-FFF2-40B4-BE49-F238E27FC236}">
                <a16:creationId xmlns:a16="http://schemas.microsoft.com/office/drawing/2014/main" id="{A2D458FC-FEEA-2DC3-4B5F-33EDF4A9743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3992" r="-2" b="-2"/>
          <a:stretch>
            <a:fillRect/>
          </a:stretch>
        </p:blipFill>
        <p:spPr>
          <a:xfrm>
            <a:off x="1" y="0"/>
            <a:ext cx="1149684" cy="99929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C4F450A-6224-1002-0377-2DEA3CC809BE}"/>
              </a:ext>
            </a:extLst>
          </p:cNvPr>
          <p:cNvSpPr txBox="1"/>
          <p:nvPr/>
        </p:nvSpPr>
        <p:spPr>
          <a:xfrm>
            <a:off x="3181378" y="2736468"/>
            <a:ext cx="6005094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i="1" dirty="0">
                <a:solidFill/>
              </a:rPr>
              <a:t>Beschleunigen Sie die Projektabwicklung</a:t>
            </a:r>
            <a:br>
              <a:rPr lang="en-US" sz="2800" i="1" dirty="0"/>
            </a:br>
            <a:r>
              <a:rPr lang="ar-SA" sz="2000" dirty="0">
                <a:solidFill/>
              </a:rPr>
              <a:t>Beschleunigen Sie den Projektabschluss</a:t>
            </a:r>
            <a:br>
              <a:rPr lang="en-US" sz="2000" dirty="0"/>
            </a:br>
            <a:br>
              <a:rPr lang="ar-SA" sz="2800" dirty="0"/>
            </a:br>
            <a:r>
              <a:rPr lang="en-US" sz="2800" i="1" dirty="0">
                <a:solidFill/>
              </a:rPr>
              <a:t>Reduzieren Sie betriebliche Risiken</a:t>
            </a:r>
            <a:br>
              <a:rPr lang="en-US" sz="2800" i="1" dirty="0"/>
            </a:br>
            <a:r>
              <a:rPr lang="ar-SA" sz="2000" dirty="0">
                <a:solidFill/>
              </a:rPr>
              <a:t>Reduzieren Sie betriebliche Risiken</a:t>
            </a:r>
            <a:br>
              <a:rPr lang="ar-SA" sz="2000" dirty="0"/>
            </a:br>
            <a:endParaRPr lang="en-US" sz="2000" dirty="0"/>
          </a:p>
          <a:p>
            <a:pPr algn="ctr"/>
            <a:r>
              <a:rPr lang="en-US" sz="2800" i="1" dirty="0">
                <a:solidFill/>
              </a:rPr>
              <a:t>Erstellen Sie ein skalierbares Transformationsmodell</a:t>
            </a:r>
            <a:br>
              <a:rPr lang="en-US" sz="2800" i="1" dirty="0"/>
            </a:br>
            <a:r>
              <a:rPr lang="ar-SA" sz="2000" dirty="0">
                <a:solidFill/>
              </a:rPr>
              <a:t>Erstellen eines skalierbaren Modells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7361406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D06D24-7A11-4070-F760-90755E0645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2512F0-B9AC-37F6-E8BB-3D62CFB649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548640"/>
            <a:ext cx="2700645" cy="54315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47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Betriebsmodell</a:t>
            </a:r>
            <a:endParaRPr lang="en-US" sz="47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347917" y="3261001"/>
            <a:ext cx="4480560" cy="13716"/>
          </a:xfrm>
          <a:custGeom>
            <a:avLst/>
            <a:gdLst>
              <a:gd name="csX0" fmla="*/ 0 w 4480560"/>
              <a:gd name="csY0" fmla="*/ 0 h 13716"/>
              <a:gd name="csX1" fmla="*/ 595274 w 4480560"/>
              <a:gd name="csY1" fmla="*/ 0 h 13716"/>
              <a:gd name="csX2" fmla="*/ 1100938 w 4480560"/>
              <a:gd name="csY2" fmla="*/ 0 h 13716"/>
              <a:gd name="csX3" fmla="*/ 1651406 w 4480560"/>
              <a:gd name="csY3" fmla="*/ 0 h 13716"/>
              <a:gd name="csX4" fmla="*/ 2336292 w 4480560"/>
              <a:gd name="csY4" fmla="*/ 0 h 13716"/>
              <a:gd name="csX5" fmla="*/ 2931566 w 4480560"/>
              <a:gd name="csY5" fmla="*/ 0 h 13716"/>
              <a:gd name="csX6" fmla="*/ 3482035 w 4480560"/>
              <a:gd name="csY6" fmla="*/ 0 h 13716"/>
              <a:gd name="csX7" fmla="*/ 4480560 w 4480560"/>
              <a:gd name="csY7" fmla="*/ 0 h 13716"/>
              <a:gd name="csX8" fmla="*/ 4480560 w 4480560"/>
              <a:gd name="csY8" fmla="*/ 13716 h 13716"/>
              <a:gd name="csX9" fmla="*/ 3840480 w 4480560"/>
              <a:gd name="csY9" fmla="*/ 13716 h 13716"/>
              <a:gd name="csX10" fmla="*/ 3290011 w 4480560"/>
              <a:gd name="csY10" fmla="*/ 13716 h 13716"/>
              <a:gd name="csX11" fmla="*/ 2560320 w 4480560"/>
              <a:gd name="csY11" fmla="*/ 13716 h 13716"/>
              <a:gd name="csX12" fmla="*/ 1965046 w 4480560"/>
              <a:gd name="csY12" fmla="*/ 13716 h 13716"/>
              <a:gd name="csX13" fmla="*/ 1459382 w 4480560"/>
              <a:gd name="csY13" fmla="*/ 13716 h 13716"/>
              <a:gd name="csX14" fmla="*/ 774497 w 4480560"/>
              <a:gd name="csY14" fmla="*/ 13716 h 13716"/>
              <a:gd name="csX15" fmla="*/ 0 w 4480560"/>
              <a:gd name="csY15" fmla="*/ 13716 h 13716"/>
              <a:gd name="csX16" fmla="*/ 0 w 4480560"/>
              <a:gd name="csY16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80560" h="13716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273" y="3379"/>
                  <a:pt x="4480768" y="9289"/>
                  <a:pt x="4480560" y="13716"/>
                </a:cubicBezTo>
                <a:cubicBezTo>
                  <a:pt x="4314132" y="10352"/>
                  <a:pt x="4028383" y="32060"/>
                  <a:pt x="3840480" y="13716"/>
                </a:cubicBezTo>
                <a:cubicBezTo>
                  <a:pt x="3652577" y="-4628"/>
                  <a:pt x="3547615" y="-1724"/>
                  <a:pt x="3290011" y="13716"/>
                </a:cubicBezTo>
                <a:cubicBezTo>
                  <a:pt x="3032407" y="29156"/>
                  <a:pt x="2830268" y="4147"/>
                  <a:pt x="2560320" y="13716"/>
                </a:cubicBezTo>
                <a:cubicBezTo>
                  <a:pt x="2290372" y="23285"/>
                  <a:pt x="2147422" y="2156"/>
                  <a:pt x="1965046" y="13716"/>
                </a:cubicBezTo>
                <a:cubicBezTo>
                  <a:pt x="1782670" y="25276"/>
                  <a:pt x="1689791" y="36108"/>
                  <a:pt x="1459382" y="13716"/>
                </a:cubicBezTo>
                <a:cubicBezTo>
                  <a:pt x="1228973" y="-8676"/>
                  <a:pt x="915486" y="31929"/>
                  <a:pt x="774497" y="13716"/>
                </a:cubicBezTo>
                <a:cubicBezTo>
                  <a:pt x="633508" y="-4497"/>
                  <a:pt x="361442" y="-15679"/>
                  <a:pt x="0" y="13716"/>
                </a:cubicBezTo>
                <a:cubicBezTo>
                  <a:pt x="-362" y="8190"/>
                  <a:pt x="-434" y="6098"/>
                  <a:pt x="0" y="0"/>
                </a:cubicBezTo>
                <a:close/>
              </a:path>
              <a:path w="4480560" h="13716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0360" y="3832"/>
                  <a:pt x="4481152" y="9314"/>
                  <a:pt x="4480560" y="13716"/>
                </a:cubicBezTo>
                <a:cubicBezTo>
                  <a:pt x="4279652" y="-11422"/>
                  <a:pt x="4200762" y="36994"/>
                  <a:pt x="3930091" y="13716"/>
                </a:cubicBezTo>
                <a:cubicBezTo>
                  <a:pt x="3659420" y="-9562"/>
                  <a:pt x="3456052" y="17722"/>
                  <a:pt x="3290011" y="13716"/>
                </a:cubicBezTo>
                <a:cubicBezTo>
                  <a:pt x="3123970" y="9710"/>
                  <a:pt x="2882392" y="28246"/>
                  <a:pt x="2649931" y="13716"/>
                </a:cubicBezTo>
                <a:cubicBezTo>
                  <a:pt x="2417470" y="-814"/>
                  <a:pt x="2238426" y="2765"/>
                  <a:pt x="2054657" y="13716"/>
                </a:cubicBezTo>
                <a:cubicBezTo>
                  <a:pt x="1870888" y="24667"/>
                  <a:pt x="1566368" y="40468"/>
                  <a:pt x="1324966" y="13716"/>
                </a:cubicBezTo>
                <a:cubicBezTo>
                  <a:pt x="1083564" y="-13036"/>
                  <a:pt x="787410" y="6374"/>
                  <a:pt x="595274" y="13716"/>
                </a:cubicBezTo>
                <a:cubicBezTo>
                  <a:pt x="403138" y="21058"/>
                  <a:pt x="169622" y="5927"/>
                  <a:pt x="0" y="13716"/>
                </a:cubicBezTo>
                <a:cubicBezTo>
                  <a:pt x="-475" y="8699"/>
                  <a:pt x="-565" y="4408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2B8709A-2399-A52F-8EEF-D155C967E475}"/>
              </a:ext>
            </a:extLst>
          </p:cNvPr>
          <p:cNvSpPr txBox="1"/>
          <p:nvPr/>
        </p:nvSpPr>
        <p:spPr>
          <a:xfrm>
            <a:off x="3844813" y="552091"/>
            <a:ext cx="4668251" cy="54315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1900" b="1" i="1" dirty="0">
                <a:solidFill/>
              </a:rPr>
              <a:t>KI nach Abteilung</a:t>
            </a:r>
            <a:endParaRPr lang="en-US" sz="1900" b="1" dirty="0"/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1900" dirty="0" err="1">
                <a:solidFill/>
              </a:rPr>
              <a:t>Werkzeug</a:t>
            </a:r>
            <a:r>
              <a:rPr lang="en-US" sz="1900" dirty="0"/>
              <a:t> </a:t>
            </a:r>
            <a:r>
              <a:rPr lang="en-US" sz="1900" dirty="0" err="1">
                <a:solidFill/>
              </a:rPr>
              <a:t>Intelligenz</a:t>
            </a:r>
            <a:r>
              <a:rPr lang="en-US" sz="1900" dirty="0"/>
              <a:t> </a:t>
            </a:r>
            <a:r>
              <a:rPr lang="en-US" sz="1900" dirty="0" err="1">
                <a:solidFill/>
              </a:rPr>
              <a:t>künstlich</a:t>
            </a:r>
            <a:r>
              <a:rPr lang="en-US" sz="1900" dirty="0"/>
              <a:t> </a:t>
            </a:r>
            <a:r>
              <a:rPr lang="en-US" sz="1900" dirty="0" err="1">
                <a:solidFill/>
              </a:rPr>
              <a:t>von</a:t>
            </a:r>
            <a:r>
              <a:rPr lang="en-US" sz="1900" dirty="0"/>
              <a:t> </a:t>
            </a:r>
            <a:r>
              <a:rPr lang="en-US" sz="1900" dirty="0" err="1">
                <a:solidFill/>
              </a:rPr>
              <a:t>Verwaltung</a:t>
            </a:r>
            <a:br>
              <a:rPr lang="en-US" sz="1900" dirty="0"/>
            </a:br>
            <a:br>
              <a:rPr lang="en-US" sz="1900" dirty="0"/>
            </a:br>
            <a:r>
              <a:rPr lang="en-US" sz="1900" b="1" i="1" dirty="0">
                <a:solidFill/>
              </a:rPr>
              <a:t>Zentralisierte Plattform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1900" dirty="0" err="1">
                <a:solidFill/>
              </a:rPr>
              <a:t>Plattform</a:t>
            </a:r>
            <a:r>
              <a:rPr lang="en-US" sz="1900" dirty="0"/>
              <a:t> </a:t>
            </a:r>
            <a:r>
              <a:rPr lang="en-US" sz="1900" dirty="0" err="1">
                <a:solidFill/>
              </a:rPr>
              <a:t>Zentralität</a:t>
            </a:r>
            <a:r>
              <a:rPr lang="en-US" sz="1900" dirty="0"/>
              <a:t> </a:t>
            </a:r>
            <a:r>
              <a:rPr lang="en-US" sz="1900" dirty="0" err="1">
                <a:solidFill/>
              </a:rPr>
              <a:t>Uniform</a:t>
            </a:r>
            <a:br>
              <a:rPr lang="en-US" sz="1900" dirty="0"/>
            </a:br>
            <a:br>
              <a:rPr lang="en-US" sz="1900" dirty="0"/>
            </a:br>
            <a:r>
              <a:rPr lang="en-US" sz="1900" b="1" i="1" dirty="0">
                <a:solidFill/>
              </a:rPr>
              <a:t>Aufsichts-KI</a:t>
            </a:r>
            <a:br>
              <a:rPr lang="en-US" sz="1900" b="1" i="1" dirty="0"/>
            </a:br>
            <a:r>
              <a:rPr lang="en-US" sz="1900" dirty="0" err="1">
                <a:solidFill/>
              </a:rPr>
              <a:t>Intelligenz</a:t>
            </a:r>
            <a:r>
              <a:rPr lang="en-US" sz="1900" dirty="0"/>
              <a:t> </a:t>
            </a:r>
            <a:r>
              <a:rPr lang="en-US" sz="1900" dirty="0" err="1">
                <a:solidFill/>
              </a:rPr>
              <a:t>künstlich</a:t>
            </a:r>
            <a:r>
              <a:rPr lang="en-US" sz="1900" dirty="0"/>
              <a:t> </a:t>
            </a:r>
            <a:r>
              <a:rPr lang="en-US" sz="1900" dirty="0" err="1">
                <a:solidFill/>
              </a:rPr>
              <a:t>meine Aufsicht</a:t>
            </a:r>
            <a:endParaRPr lang="en-US" sz="1900" dirty="0"/>
          </a:p>
        </p:txBody>
      </p:sp>
      <p:pic>
        <p:nvPicPr>
          <p:cNvPr id="3" name="Picture 2" descr="78A3862A-D583-41E0-9AF0-082430A8FDC5.jpeg">
            <a:extLst>
              <a:ext uri="{FF2B5EF4-FFF2-40B4-BE49-F238E27FC236}">
                <a16:creationId xmlns:a16="http://schemas.microsoft.com/office/drawing/2014/main" id="{2A0AB293-CC3D-D473-77B6-5CDE586F11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6125" y="0"/>
            <a:ext cx="914400" cy="999290"/>
          </a:xfrm>
          <a:prstGeom prst="rect">
            <a:avLst/>
          </a:prstGeom>
        </p:spPr>
      </p:pic>
      <p:pic>
        <p:nvPicPr>
          <p:cNvPr id="5" name="Picture 4" descr="AI_logo_replaced.png">
            <a:extLst>
              <a:ext uri="{FF2B5EF4-FFF2-40B4-BE49-F238E27FC236}">
                <a16:creationId xmlns:a16="http://schemas.microsoft.com/office/drawing/2014/main" id="{B7D350DD-0A2A-998E-4C5C-F579534E38E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3992" r="-2" b="-2"/>
          <a:stretch>
            <a:fillRect/>
          </a:stretch>
        </p:blipFill>
        <p:spPr>
          <a:xfrm>
            <a:off x="1" y="0"/>
            <a:ext cx="1149684" cy="99929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2982712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5B7210-CF30-5462-A0FE-ABBD4D44B2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346F2A-8AEA-173E-84FD-EC8577F846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548640"/>
            <a:ext cx="2700645" cy="54315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Finanzabteilung</a:t>
            </a:r>
            <a:endParaRPr lang="en-US" sz="36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347917" y="3261001"/>
            <a:ext cx="4480560" cy="13716"/>
          </a:xfrm>
          <a:custGeom>
            <a:avLst/>
            <a:gdLst>
              <a:gd name="csX0" fmla="*/ 0 w 4480560"/>
              <a:gd name="csY0" fmla="*/ 0 h 13716"/>
              <a:gd name="csX1" fmla="*/ 595274 w 4480560"/>
              <a:gd name="csY1" fmla="*/ 0 h 13716"/>
              <a:gd name="csX2" fmla="*/ 1100938 w 4480560"/>
              <a:gd name="csY2" fmla="*/ 0 h 13716"/>
              <a:gd name="csX3" fmla="*/ 1651406 w 4480560"/>
              <a:gd name="csY3" fmla="*/ 0 h 13716"/>
              <a:gd name="csX4" fmla="*/ 2336292 w 4480560"/>
              <a:gd name="csY4" fmla="*/ 0 h 13716"/>
              <a:gd name="csX5" fmla="*/ 2931566 w 4480560"/>
              <a:gd name="csY5" fmla="*/ 0 h 13716"/>
              <a:gd name="csX6" fmla="*/ 3482035 w 4480560"/>
              <a:gd name="csY6" fmla="*/ 0 h 13716"/>
              <a:gd name="csX7" fmla="*/ 4480560 w 4480560"/>
              <a:gd name="csY7" fmla="*/ 0 h 13716"/>
              <a:gd name="csX8" fmla="*/ 4480560 w 4480560"/>
              <a:gd name="csY8" fmla="*/ 13716 h 13716"/>
              <a:gd name="csX9" fmla="*/ 3840480 w 4480560"/>
              <a:gd name="csY9" fmla="*/ 13716 h 13716"/>
              <a:gd name="csX10" fmla="*/ 3290011 w 4480560"/>
              <a:gd name="csY10" fmla="*/ 13716 h 13716"/>
              <a:gd name="csX11" fmla="*/ 2560320 w 4480560"/>
              <a:gd name="csY11" fmla="*/ 13716 h 13716"/>
              <a:gd name="csX12" fmla="*/ 1965046 w 4480560"/>
              <a:gd name="csY12" fmla="*/ 13716 h 13716"/>
              <a:gd name="csX13" fmla="*/ 1459382 w 4480560"/>
              <a:gd name="csY13" fmla="*/ 13716 h 13716"/>
              <a:gd name="csX14" fmla="*/ 774497 w 4480560"/>
              <a:gd name="csY14" fmla="*/ 13716 h 13716"/>
              <a:gd name="csX15" fmla="*/ 0 w 4480560"/>
              <a:gd name="csY15" fmla="*/ 13716 h 13716"/>
              <a:gd name="csX16" fmla="*/ 0 w 4480560"/>
              <a:gd name="csY16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80560" h="13716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273" y="3379"/>
                  <a:pt x="4480768" y="9289"/>
                  <a:pt x="4480560" y="13716"/>
                </a:cubicBezTo>
                <a:cubicBezTo>
                  <a:pt x="4314132" y="10352"/>
                  <a:pt x="4028383" y="32060"/>
                  <a:pt x="3840480" y="13716"/>
                </a:cubicBezTo>
                <a:cubicBezTo>
                  <a:pt x="3652577" y="-4628"/>
                  <a:pt x="3547615" y="-1724"/>
                  <a:pt x="3290011" y="13716"/>
                </a:cubicBezTo>
                <a:cubicBezTo>
                  <a:pt x="3032407" y="29156"/>
                  <a:pt x="2830268" y="4147"/>
                  <a:pt x="2560320" y="13716"/>
                </a:cubicBezTo>
                <a:cubicBezTo>
                  <a:pt x="2290372" y="23285"/>
                  <a:pt x="2147422" y="2156"/>
                  <a:pt x="1965046" y="13716"/>
                </a:cubicBezTo>
                <a:cubicBezTo>
                  <a:pt x="1782670" y="25276"/>
                  <a:pt x="1689791" y="36108"/>
                  <a:pt x="1459382" y="13716"/>
                </a:cubicBezTo>
                <a:cubicBezTo>
                  <a:pt x="1228973" y="-8676"/>
                  <a:pt x="915486" y="31929"/>
                  <a:pt x="774497" y="13716"/>
                </a:cubicBezTo>
                <a:cubicBezTo>
                  <a:pt x="633508" y="-4497"/>
                  <a:pt x="361442" y="-15679"/>
                  <a:pt x="0" y="13716"/>
                </a:cubicBezTo>
                <a:cubicBezTo>
                  <a:pt x="-362" y="8190"/>
                  <a:pt x="-434" y="6098"/>
                  <a:pt x="0" y="0"/>
                </a:cubicBezTo>
                <a:close/>
              </a:path>
              <a:path w="4480560" h="13716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0360" y="3832"/>
                  <a:pt x="4481152" y="9314"/>
                  <a:pt x="4480560" y="13716"/>
                </a:cubicBezTo>
                <a:cubicBezTo>
                  <a:pt x="4279652" y="-11422"/>
                  <a:pt x="4200762" y="36994"/>
                  <a:pt x="3930091" y="13716"/>
                </a:cubicBezTo>
                <a:cubicBezTo>
                  <a:pt x="3659420" y="-9562"/>
                  <a:pt x="3456052" y="17722"/>
                  <a:pt x="3290011" y="13716"/>
                </a:cubicBezTo>
                <a:cubicBezTo>
                  <a:pt x="3123970" y="9710"/>
                  <a:pt x="2882392" y="28246"/>
                  <a:pt x="2649931" y="13716"/>
                </a:cubicBezTo>
                <a:cubicBezTo>
                  <a:pt x="2417470" y="-814"/>
                  <a:pt x="2238426" y="2765"/>
                  <a:pt x="2054657" y="13716"/>
                </a:cubicBezTo>
                <a:cubicBezTo>
                  <a:pt x="1870888" y="24667"/>
                  <a:pt x="1566368" y="40468"/>
                  <a:pt x="1324966" y="13716"/>
                </a:cubicBezTo>
                <a:cubicBezTo>
                  <a:pt x="1083564" y="-13036"/>
                  <a:pt x="787410" y="6374"/>
                  <a:pt x="595274" y="13716"/>
                </a:cubicBezTo>
                <a:cubicBezTo>
                  <a:pt x="403138" y="21058"/>
                  <a:pt x="169622" y="5927"/>
                  <a:pt x="0" y="13716"/>
                </a:cubicBezTo>
                <a:cubicBezTo>
                  <a:pt x="-475" y="8699"/>
                  <a:pt x="-565" y="4408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D2DF642-6DEF-1EE3-B33B-48473DF1AA60}"/>
              </a:ext>
            </a:extLst>
          </p:cNvPr>
          <p:cNvSpPr txBox="1"/>
          <p:nvPr/>
        </p:nvSpPr>
        <p:spPr>
          <a:xfrm>
            <a:off x="3844813" y="552091"/>
            <a:ext cx="4668251" cy="54315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</a:pPr>
            <a:br>
              <a:rPr lang="en-US" sz="1900" u="sng" dirty="0"/>
            </a:br>
            <a:r>
              <a:rPr lang="en-US" sz="1900" b="1" u="sng" dirty="0">
                <a:solidFill/>
              </a:rPr>
              <a:t>Finanzielle Auswirkungen: KI-Tool</a:t>
            </a:r>
            <a:endParaRPr lang="en-US" sz="1900" u="sng" dirty="0"/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br>
              <a:rPr lang="en-US" sz="1900" b="1" u="sng" dirty="0"/>
            </a:br>
            <a:br>
              <a:rPr lang="en-US" sz="1900" dirty="0"/>
            </a:br>
            <a:r>
              <a:rPr lang="en-US" sz="1900" b="1" i="1" dirty="0">
                <a:solidFill/>
              </a:rPr>
              <a:t>Analyse der finanziellen Auswirkungen</a:t>
            </a:r>
            <a:br>
              <a:rPr lang="en-US" sz="1900" i="1" dirty="0"/>
            </a:br>
            <a:r>
              <a:rPr lang="en-US" sz="1900" dirty="0" err="1">
                <a:solidFill/>
              </a:rPr>
              <a:t>Analyse</a:t>
            </a:r>
            <a:r>
              <a:rPr lang="en-US" sz="1900" dirty="0"/>
              <a:t> </a:t>
            </a:r>
            <a:r>
              <a:rPr lang="en-US" sz="1900" dirty="0" err="1">
                <a:solidFill/>
              </a:rPr>
              <a:t>Auswirkungen</a:t>
            </a:r>
            <a:r>
              <a:rPr lang="en-US" sz="1900" dirty="0"/>
              <a:t> </a:t>
            </a:r>
            <a:r>
              <a:rPr lang="en-US" sz="1900" dirty="0" err="1">
                <a:solidFill/>
              </a:rPr>
              <a:t>Finanziell</a:t>
            </a:r>
            <a:br>
              <a:rPr lang="en-US" sz="1900" dirty="0"/>
            </a:br>
            <a:br>
              <a:rPr lang="en-US" sz="1900" dirty="0"/>
            </a:br>
            <a:r>
              <a:rPr lang="en-US" sz="1900" b="1" i="1" dirty="0">
                <a:solidFill/>
              </a:rPr>
              <a:t>Risikobewertung</a:t>
            </a:r>
            <a:br>
              <a:rPr lang="en-US" sz="1900" i="1" dirty="0"/>
            </a:br>
            <a:r>
              <a:rPr lang="en-US" sz="1900" dirty="0" err="1">
                <a:solidFill/>
              </a:rPr>
              <a:t>Bewertung</a:t>
            </a:r>
            <a:r>
              <a:rPr lang="en-US" sz="1900" dirty="0"/>
              <a:t> </a:t>
            </a:r>
            <a:r>
              <a:rPr lang="en-US" sz="1900" dirty="0" err="1">
                <a:solidFill/>
              </a:rPr>
              <a:t>Risiken</a:t>
            </a:r>
            <a:endParaRPr lang="en-US" sz="1900" dirty="0"/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br>
              <a:rPr lang="en-US" sz="1900" dirty="0"/>
            </a:br>
            <a:r>
              <a:rPr lang="en-US" sz="1900" i="1" dirty="0">
                <a:solidFill/>
              </a:rPr>
              <a:t>Genehmigungsunterstützung</a:t>
            </a:r>
            <a:br>
              <a:rPr lang="en-US" sz="1900" i="1" dirty="0"/>
            </a:br>
            <a:r>
              <a:rPr lang="en-US" sz="1900" dirty="0" err="1">
                <a:solidFill/>
              </a:rPr>
              <a:t>Unterstützung</a:t>
            </a:r>
            <a:r>
              <a:rPr lang="en-US" sz="1900" dirty="0"/>
              <a:t> </a:t>
            </a:r>
            <a:r>
              <a:rPr lang="en-US" sz="1900" dirty="0" err="1">
                <a:solidFill/>
              </a:rPr>
              <a:t>Akkreditierung</a:t>
            </a:r>
            <a:endParaRPr lang="en-US" sz="1900" dirty="0"/>
          </a:p>
        </p:txBody>
      </p:sp>
      <p:pic>
        <p:nvPicPr>
          <p:cNvPr id="3" name="Picture 2" descr="78A3862A-D583-41E0-9AF0-082430A8FDC5.jpeg">
            <a:extLst>
              <a:ext uri="{FF2B5EF4-FFF2-40B4-BE49-F238E27FC236}">
                <a16:creationId xmlns:a16="http://schemas.microsoft.com/office/drawing/2014/main" id="{02C91D5C-5B15-6162-F242-0E9C53FE97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6125" y="0"/>
            <a:ext cx="914400" cy="999290"/>
          </a:xfrm>
          <a:prstGeom prst="rect">
            <a:avLst/>
          </a:prstGeom>
        </p:spPr>
      </p:pic>
      <p:pic>
        <p:nvPicPr>
          <p:cNvPr id="5" name="Picture 4" descr="AI_logo_replaced.png">
            <a:extLst>
              <a:ext uri="{FF2B5EF4-FFF2-40B4-BE49-F238E27FC236}">
                <a16:creationId xmlns:a16="http://schemas.microsoft.com/office/drawing/2014/main" id="{2DD3B007-5D75-F72E-8454-27E1A78A1D1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3992" r="-2" b="-2"/>
          <a:stretch>
            <a:fillRect/>
          </a:stretch>
        </p:blipFill>
        <p:spPr>
          <a:xfrm>
            <a:off x="1" y="0"/>
            <a:ext cx="1149684" cy="99929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2858306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2CF010-2ADA-FDCA-81AA-AE5D708B84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85F55C16-BC21-49EF-A4FF-C3155BB93B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5EBAD7-13EF-1EFD-7676-8A3FEA931E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6300" y="365125"/>
            <a:ext cx="3829048" cy="195274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Planungsabteilung</a:t>
            </a:r>
            <a:b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0C5F069E-AFE6-4825-8945-46F2918A50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4587427" cy="6858000"/>
          </a:xfrm>
          <a:custGeom>
            <a:avLst/>
            <a:gdLst>
              <a:gd name="connsiteX0" fmla="*/ 0 w 6116569"/>
              <a:gd name="connsiteY0" fmla="*/ 0 h 6879321"/>
              <a:gd name="connsiteX1" fmla="*/ 2935851 w 6116569"/>
              <a:gd name="connsiteY1" fmla="*/ 0 h 6879321"/>
              <a:gd name="connsiteX2" fmla="*/ 3238280 w 6116569"/>
              <a:gd name="connsiteY2" fmla="*/ 31980 h 6879321"/>
              <a:gd name="connsiteX3" fmla="*/ 3660541 w 6116569"/>
              <a:gd name="connsiteY3" fmla="*/ 550772 h 6879321"/>
              <a:gd name="connsiteX4" fmla="*/ 3808902 w 6116569"/>
              <a:gd name="connsiteY4" fmla="*/ 589860 h 6879321"/>
              <a:gd name="connsiteX5" fmla="*/ 4413762 w 6116569"/>
              <a:gd name="connsiteY5" fmla="*/ 625393 h 6879321"/>
              <a:gd name="connsiteX6" fmla="*/ 4567830 w 6116569"/>
              <a:gd name="connsiteY6" fmla="*/ 721333 h 6879321"/>
              <a:gd name="connsiteX7" fmla="*/ 4171247 w 6116569"/>
              <a:gd name="connsiteY7" fmla="*/ 792401 h 6879321"/>
              <a:gd name="connsiteX8" fmla="*/ 4376671 w 6116569"/>
              <a:gd name="connsiteY8" fmla="*/ 842148 h 6879321"/>
              <a:gd name="connsiteX9" fmla="*/ 4527887 w 6116569"/>
              <a:gd name="connsiteY9" fmla="*/ 813722 h 6879321"/>
              <a:gd name="connsiteX10" fmla="*/ 4633452 w 6116569"/>
              <a:gd name="connsiteY10" fmla="*/ 799508 h 6879321"/>
              <a:gd name="connsiteX11" fmla="*/ 4947293 w 6116569"/>
              <a:gd name="connsiteY11" fmla="*/ 870576 h 6879321"/>
              <a:gd name="connsiteX12" fmla="*/ 5263988 w 6116569"/>
              <a:gd name="connsiteY12" fmla="*/ 820828 h 6879321"/>
              <a:gd name="connsiteX13" fmla="*/ 5249723 w 6116569"/>
              <a:gd name="connsiteY13" fmla="*/ 895449 h 6879321"/>
              <a:gd name="connsiteX14" fmla="*/ 4744723 w 6116569"/>
              <a:gd name="connsiteY14" fmla="*/ 1197485 h 6879321"/>
              <a:gd name="connsiteX15" fmla="*/ 4767548 w 6116569"/>
              <a:gd name="connsiteY15" fmla="*/ 1346727 h 6879321"/>
              <a:gd name="connsiteX16" fmla="*/ 4539299 w 6116569"/>
              <a:gd name="connsiteY16" fmla="*/ 1421348 h 6879321"/>
              <a:gd name="connsiteX17" fmla="*/ 4607773 w 6116569"/>
              <a:gd name="connsiteY17" fmla="*/ 1485309 h 6879321"/>
              <a:gd name="connsiteX18" fmla="*/ 4579242 w 6116569"/>
              <a:gd name="connsiteY18" fmla="*/ 1535055 h 6879321"/>
              <a:gd name="connsiteX19" fmla="*/ 5278255 w 6116569"/>
              <a:gd name="connsiteY19" fmla="*/ 1609676 h 6879321"/>
              <a:gd name="connsiteX20" fmla="*/ 5771843 w 6116569"/>
              <a:gd name="connsiteY20" fmla="*/ 1630997 h 6879321"/>
              <a:gd name="connsiteX21" fmla="*/ 6105656 w 6116569"/>
              <a:gd name="connsiteY21" fmla="*/ 1748257 h 6879321"/>
              <a:gd name="connsiteX22" fmla="*/ 5691955 w 6116569"/>
              <a:gd name="connsiteY22" fmla="*/ 2167555 h 6879321"/>
              <a:gd name="connsiteX23" fmla="*/ 5475118 w 6116569"/>
              <a:gd name="connsiteY23" fmla="*/ 2348776 h 6879321"/>
              <a:gd name="connsiteX24" fmla="*/ 5826051 w 6116569"/>
              <a:gd name="connsiteY24" fmla="*/ 2291922 h 6879321"/>
              <a:gd name="connsiteX25" fmla="*/ 5552153 w 6116569"/>
              <a:gd name="connsiteY25" fmla="*/ 2597513 h 6879321"/>
              <a:gd name="connsiteX26" fmla="*/ 5603508 w 6116569"/>
              <a:gd name="connsiteY26" fmla="*/ 2647260 h 6879321"/>
              <a:gd name="connsiteX27" fmla="*/ 5700515 w 6116569"/>
              <a:gd name="connsiteY27" fmla="*/ 2679240 h 6879321"/>
              <a:gd name="connsiteX28" fmla="*/ 5246870 w 6116569"/>
              <a:gd name="connsiteY28" fmla="*/ 2888889 h 6879321"/>
              <a:gd name="connsiteX29" fmla="*/ 4836022 w 6116569"/>
              <a:gd name="connsiteY29" fmla="*/ 3169605 h 6879321"/>
              <a:gd name="connsiteX30" fmla="*/ 4736163 w 6116569"/>
              <a:gd name="connsiteY30" fmla="*/ 3233565 h 6879321"/>
              <a:gd name="connsiteX31" fmla="*/ 4853141 w 6116569"/>
              <a:gd name="connsiteY31" fmla="*/ 3233565 h 6879321"/>
              <a:gd name="connsiteX32" fmla="*/ 4944440 w 6116569"/>
              <a:gd name="connsiteY32" fmla="*/ 3226459 h 6879321"/>
              <a:gd name="connsiteX33" fmla="*/ 5109921 w 6116569"/>
              <a:gd name="connsiteY33" fmla="*/ 3283313 h 6879321"/>
              <a:gd name="connsiteX34" fmla="*/ 5694809 w 6116569"/>
              <a:gd name="connsiteY34" fmla="*/ 3141178 h 6879321"/>
              <a:gd name="connsiteX35" fmla="*/ 5566419 w 6116569"/>
              <a:gd name="connsiteY35" fmla="*/ 3301079 h 6879321"/>
              <a:gd name="connsiteX36" fmla="*/ 5415203 w 6116569"/>
              <a:gd name="connsiteY36" fmla="*/ 3397020 h 6879321"/>
              <a:gd name="connsiteX37" fmla="*/ 5612068 w 6116569"/>
              <a:gd name="connsiteY37" fmla="*/ 3432554 h 6879321"/>
              <a:gd name="connsiteX38" fmla="*/ 5206927 w 6116569"/>
              <a:gd name="connsiteY38" fmla="*/ 3599562 h 6879321"/>
              <a:gd name="connsiteX39" fmla="*/ 5301079 w 6116569"/>
              <a:gd name="connsiteY39" fmla="*/ 3723930 h 6879321"/>
              <a:gd name="connsiteX40" fmla="*/ 4507915 w 6116569"/>
              <a:gd name="connsiteY40" fmla="*/ 4306683 h 6879321"/>
              <a:gd name="connsiteX41" fmla="*/ 3982942 w 6116569"/>
              <a:gd name="connsiteY41" fmla="*/ 4587399 h 6879321"/>
              <a:gd name="connsiteX42" fmla="*/ 4185513 w 6116569"/>
              <a:gd name="connsiteY42" fmla="*/ 4541205 h 6879321"/>
              <a:gd name="connsiteX43" fmla="*/ 5212633 w 6116569"/>
              <a:gd name="connsiteY43" fmla="*/ 4455924 h 6879321"/>
              <a:gd name="connsiteX44" fmla="*/ 5312492 w 6116569"/>
              <a:gd name="connsiteY44" fmla="*/ 4473691 h 6879321"/>
              <a:gd name="connsiteX45" fmla="*/ 4596361 w 6116569"/>
              <a:gd name="connsiteY45" fmla="*/ 4818368 h 6879321"/>
              <a:gd name="connsiteX46" fmla="*/ 4873113 w 6116569"/>
              <a:gd name="connsiteY46" fmla="*/ 4885882 h 6879321"/>
              <a:gd name="connsiteX47" fmla="*/ 4935881 w 6116569"/>
              <a:gd name="connsiteY47" fmla="*/ 4914309 h 6879321"/>
              <a:gd name="connsiteX48" fmla="*/ 4873113 w 6116569"/>
              <a:gd name="connsiteY48" fmla="*/ 5003143 h 6879321"/>
              <a:gd name="connsiteX49" fmla="*/ 4721898 w 6116569"/>
              <a:gd name="connsiteY49" fmla="*/ 5095530 h 6879321"/>
              <a:gd name="connsiteX50" fmla="*/ 5132745 w 6116569"/>
              <a:gd name="connsiteY50" fmla="*/ 4949842 h 6879321"/>
              <a:gd name="connsiteX51" fmla="*/ 5101362 w 6116569"/>
              <a:gd name="connsiteY51" fmla="*/ 5081317 h 6879321"/>
              <a:gd name="connsiteX52" fmla="*/ 5138452 w 6116569"/>
              <a:gd name="connsiteY52" fmla="*/ 5198578 h 6879321"/>
              <a:gd name="connsiteX53" fmla="*/ 4904497 w 6116569"/>
              <a:gd name="connsiteY53" fmla="*/ 5362033 h 6879321"/>
              <a:gd name="connsiteX54" fmla="*/ 4579242 w 6116569"/>
              <a:gd name="connsiteY54" fmla="*/ 5674729 h 6879321"/>
              <a:gd name="connsiteX55" fmla="*/ 4253988 w 6116569"/>
              <a:gd name="connsiteY55" fmla="*/ 5884379 h 6879321"/>
              <a:gd name="connsiteX56" fmla="*/ 3985795 w 6116569"/>
              <a:gd name="connsiteY56" fmla="*/ 6069153 h 6879321"/>
              <a:gd name="connsiteX57" fmla="*/ 4231163 w 6116569"/>
              <a:gd name="connsiteY57" fmla="*/ 6030066 h 6879321"/>
              <a:gd name="connsiteX58" fmla="*/ 3814609 w 6116569"/>
              <a:gd name="connsiteY58" fmla="*/ 6317889 h 6879321"/>
              <a:gd name="connsiteX59" fmla="*/ 3751840 w 6116569"/>
              <a:gd name="connsiteY59" fmla="*/ 6339209 h 6879321"/>
              <a:gd name="connsiteX60" fmla="*/ 3089919 w 6116569"/>
              <a:gd name="connsiteY60" fmla="*/ 6563071 h 6879321"/>
              <a:gd name="connsiteX61" fmla="*/ 2961529 w 6116569"/>
              <a:gd name="connsiteY61" fmla="*/ 6662566 h 6879321"/>
              <a:gd name="connsiteX62" fmla="*/ 3107038 w 6116569"/>
              <a:gd name="connsiteY62" fmla="*/ 6673226 h 6879321"/>
              <a:gd name="connsiteX63" fmla="*/ 3594919 w 6116569"/>
              <a:gd name="connsiteY63" fmla="*/ 6591499 h 6879321"/>
              <a:gd name="connsiteX64" fmla="*/ 3261106 w 6116569"/>
              <a:gd name="connsiteY64" fmla="*/ 6726527 h 6879321"/>
              <a:gd name="connsiteX65" fmla="*/ 3620597 w 6116569"/>
              <a:gd name="connsiteY65" fmla="*/ 6740740 h 6879321"/>
              <a:gd name="connsiteX66" fmla="*/ 3703337 w 6116569"/>
              <a:gd name="connsiteY66" fmla="*/ 6826020 h 6879321"/>
              <a:gd name="connsiteX67" fmla="*/ 3689072 w 6116569"/>
              <a:gd name="connsiteY67" fmla="*/ 6879321 h 6879321"/>
              <a:gd name="connsiteX68" fmla="*/ 0 w 6116569"/>
              <a:gd name="connsiteY68" fmla="*/ 6879321 h 68793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</a:cxnLst>
            <a:rect l="l" t="t" r="r" b="b"/>
            <a:pathLst>
              <a:path w="6116569" h="6879321">
                <a:moveTo>
                  <a:pt x="0" y="0"/>
                </a:moveTo>
                <a:lnTo>
                  <a:pt x="2935851" y="0"/>
                </a:lnTo>
                <a:cubicBezTo>
                  <a:pt x="3035710" y="10660"/>
                  <a:pt x="3138421" y="17767"/>
                  <a:pt x="3238280" y="31980"/>
                </a:cubicBezTo>
                <a:cubicBezTo>
                  <a:pt x="3817462" y="106602"/>
                  <a:pt x="3127009" y="277163"/>
                  <a:pt x="3660541" y="550772"/>
                </a:cubicBezTo>
                <a:cubicBezTo>
                  <a:pt x="3706191" y="575645"/>
                  <a:pt x="3757546" y="579199"/>
                  <a:pt x="3808902" y="589860"/>
                </a:cubicBezTo>
                <a:cubicBezTo>
                  <a:pt x="4008620" y="625393"/>
                  <a:pt x="4211192" y="618286"/>
                  <a:pt x="4413762" y="625393"/>
                </a:cubicBezTo>
                <a:cubicBezTo>
                  <a:pt x="4465118" y="628946"/>
                  <a:pt x="4525033" y="625393"/>
                  <a:pt x="4567830" y="721333"/>
                </a:cubicBezTo>
                <a:cubicBezTo>
                  <a:pt x="4425175" y="724888"/>
                  <a:pt x="4305344" y="731994"/>
                  <a:pt x="4171247" y="792401"/>
                </a:cubicBezTo>
                <a:cubicBezTo>
                  <a:pt x="4239722" y="859916"/>
                  <a:pt x="4322462" y="795955"/>
                  <a:pt x="4376671" y="842148"/>
                </a:cubicBezTo>
                <a:cubicBezTo>
                  <a:pt x="4428027" y="888342"/>
                  <a:pt x="4470824" y="891896"/>
                  <a:pt x="4527887" y="813722"/>
                </a:cubicBezTo>
                <a:cubicBezTo>
                  <a:pt x="4556417" y="774634"/>
                  <a:pt x="4604920" y="778187"/>
                  <a:pt x="4633452" y="799508"/>
                </a:cubicBezTo>
                <a:cubicBezTo>
                  <a:pt x="4781813" y="913216"/>
                  <a:pt x="4778960" y="909662"/>
                  <a:pt x="4947293" y="870576"/>
                </a:cubicBezTo>
                <a:cubicBezTo>
                  <a:pt x="5055712" y="845701"/>
                  <a:pt x="5166983" y="806615"/>
                  <a:pt x="5263988" y="820828"/>
                </a:cubicBezTo>
                <a:cubicBezTo>
                  <a:pt x="5275401" y="867022"/>
                  <a:pt x="5263988" y="888342"/>
                  <a:pt x="5249723" y="895449"/>
                </a:cubicBezTo>
                <a:cubicBezTo>
                  <a:pt x="5021475" y="1005604"/>
                  <a:pt x="4975825" y="1122864"/>
                  <a:pt x="4744723" y="1197485"/>
                </a:cubicBezTo>
                <a:cubicBezTo>
                  <a:pt x="4724751" y="1268552"/>
                  <a:pt x="4807491" y="1275660"/>
                  <a:pt x="4767548" y="1346727"/>
                </a:cubicBezTo>
                <a:cubicBezTo>
                  <a:pt x="4693367" y="1407134"/>
                  <a:pt x="4610627" y="1346727"/>
                  <a:pt x="4539299" y="1421348"/>
                </a:cubicBezTo>
                <a:cubicBezTo>
                  <a:pt x="4550712" y="1471094"/>
                  <a:pt x="4610627" y="1432008"/>
                  <a:pt x="4607773" y="1485309"/>
                </a:cubicBezTo>
                <a:cubicBezTo>
                  <a:pt x="4604920" y="1517288"/>
                  <a:pt x="4593508" y="1527948"/>
                  <a:pt x="4579242" y="1535055"/>
                </a:cubicBezTo>
                <a:cubicBezTo>
                  <a:pt x="4776107" y="1538608"/>
                  <a:pt x="5383820" y="1574142"/>
                  <a:pt x="5278255" y="1609676"/>
                </a:cubicBezTo>
                <a:cubicBezTo>
                  <a:pt x="5418057" y="1698511"/>
                  <a:pt x="5623481" y="1609676"/>
                  <a:pt x="5771843" y="1630997"/>
                </a:cubicBezTo>
                <a:cubicBezTo>
                  <a:pt x="5925911" y="1652316"/>
                  <a:pt x="6171278" y="1719830"/>
                  <a:pt x="6105656" y="1748257"/>
                </a:cubicBezTo>
                <a:cubicBezTo>
                  <a:pt x="6031475" y="1780238"/>
                  <a:pt x="5766136" y="2146235"/>
                  <a:pt x="5691955" y="2167555"/>
                </a:cubicBezTo>
                <a:cubicBezTo>
                  <a:pt x="5606362" y="2188875"/>
                  <a:pt x="5589243" y="2217302"/>
                  <a:pt x="5475118" y="2348776"/>
                </a:cubicBezTo>
                <a:cubicBezTo>
                  <a:pt x="5398085" y="2437610"/>
                  <a:pt x="5709074" y="2238623"/>
                  <a:pt x="5826051" y="2291922"/>
                </a:cubicBezTo>
                <a:cubicBezTo>
                  <a:pt x="5868848" y="2309690"/>
                  <a:pt x="5552153" y="2554872"/>
                  <a:pt x="5552153" y="2597513"/>
                </a:cubicBezTo>
                <a:cubicBezTo>
                  <a:pt x="5549300" y="2640153"/>
                  <a:pt x="5577831" y="2647260"/>
                  <a:pt x="5603508" y="2647260"/>
                </a:cubicBezTo>
                <a:cubicBezTo>
                  <a:pt x="5660571" y="2647260"/>
                  <a:pt x="5640599" y="2686346"/>
                  <a:pt x="5700515" y="2679240"/>
                </a:cubicBezTo>
                <a:cubicBezTo>
                  <a:pt x="5523622" y="2800055"/>
                  <a:pt x="5418057" y="2778734"/>
                  <a:pt x="5246870" y="2888889"/>
                </a:cubicBezTo>
                <a:cubicBezTo>
                  <a:pt x="5164130" y="2942189"/>
                  <a:pt x="4921615" y="3119857"/>
                  <a:pt x="4836022" y="3169605"/>
                </a:cubicBezTo>
                <a:cubicBezTo>
                  <a:pt x="4801785" y="3187371"/>
                  <a:pt x="4758988" y="3173158"/>
                  <a:pt x="4736163" y="3233565"/>
                </a:cubicBezTo>
                <a:cubicBezTo>
                  <a:pt x="4770400" y="3279759"/>
                  <a:pt x="4816050" y="3254885"/>
                  <a:pt x="4853141" y="3233565"/>
                </a:cubicBezTo>
                <a:cubicBezTo>
                  <a:pt x="4944440" y="3176711"/>
                  <a:pt x="4935881" y="3190925"/>
                  <a:pt x="4944440" y="3226459"/>
                </a:cubicBezTo>
                <a:cubicBezTo>
                  <a:pt x="4972972" y="3350827"/>
                  <a:pt x="5044300" y="3308186"/>
                  <a:pt x="5109921" y="3283313"/>
                </a:cubicBezTo>
                <a:cubicBezTo>
                  <a:pt x="5303932" y="3208692"/>
                  <a:pt x="5500797" y="3215799"/>
                  <a:pt x="5694809" y="3141178"/>
                </a:cubicBezTo>
                <a:cubicBezTo>
                  <a:pt x="5714781" y="3134070"/>
                  <a:pt x="5612068" y="3283313"/>
                  <a:pt x="5566419" y="3301079"/>
                </a:cubicBezTo>
                <a:cubicBezTo>
                  <a:pt x="5515063" y="3322399"/>
                  <a:pt x="5452294" y="3311739"/>
                  <a:pt x="5415203" y="3397020"/>
                </a:cubicBezTo>
                <a:cubicBezTo>
                  <a:pt x="5477972" y="3414787"/>
                  <a:pt x="5552153" y="3372147"/>
                  <a:pt x="5612068" y="3432554"/>
                </a:cubicBezTo>
                <a:cubicBezTo>
                  <a:pt x="5469413" y="3528494"/>
                  <a:pt x="5329610" y="3535601"/>
                  <a:pt x="5206927" y="3599562"/>
                </a:cubicBezTo>
                <a:cubicBezTo>
                  <a:pt x="5192661" y="3706163"/>
                  <a:pt x="5272548" y="3663523"/>
                  <a:pt x="5301079" y="3723930"/>
                </a:cubicBezTo>
                <a:cubicBezTo>
                  <a:pt x="5072830" y="3844745"/>
                  <a:pt x="4564977" y="4232062"/>
                  <a:pt x="4507915" y="4306683"/>
                </a:cubicBezTo>
                <a:cubicBezTo>
                  <a:pt x="4390937" y="4463031"/>
                  <a:pt x="3900202" y="4562525"/>
                  <a:pt x="3982942" y="4587399"/>
                </a:cubicBezTo>
                <a:cubicBezTo>
                  <a:pt x="4051417" y="4608719"/>
                  <a:pt x="4119891" y="4587399"/>
                  <a:pt x="4185513" y="4541205"/>
                </a:cubicBezTo>
                <a:cubicBezTo>
                  <a:pt x="4291078" y="4466584"/>
                  <a:pt x="5010062" y="4523438"/>
                  <a:pt x="5212633" y="4455924"/>
                </a:cubicBezTo>
                <a:cubicBezTo>
                  <a:pt x="5241164" y="4445264"/>
                  <a:pt x="5283960" y="4409730"/>
                  <a:pt x="5312492" y="4473691"/>
                </a:cubicBezTo>
                <a:cubicBezTo>
                  <a:pt x="5098508" y="4704659"/>
                  <a:pt x="4833169" y="4654913"/>
                  <a:pt x="4596361" y="4818368"/>
                </a:cubicBezTo>
                <a:cubicBezTo>
                  <a:pt x="4684807" y="4917861"/>
                  <a:pt x="4776107" y="4907202"/>
                  <a:pt x="4873113" y="4885882"/>
                </a:cubicBezTo>
                <a:cubicBezTo>
                  <a:pt x="4895938" y="4878775"/>
                  <a:pt x="4930175" y="4871668"/>
                  <a:pt x="4935881" y="4914309"/>
                </a:cubicBezTo>
                <a:cubicBezTo>
                  <a:pt x="4941587" y="4967609"/>
                  <a:pt x="4898790" y="4978270"/>
                  <a:pt x="4873113" y="5003143"/>
                </a:cubicBezTo>
                <a:cubicBezTo>
                  <a:pt x="4833169" y="5038676"/>
                  <a:pt x="4773254" y="4999590"/>
                  <a:pt x="4721898" y="5095530"/>
                </a:cubicBezTo>
                <a:cubicBezTo>
                  <a:pt x="4873113" y="5067104"/>
                  <a:pt x="4998650" y="5020910"/>
                  <a:pt x="5132745" y="4949842"/>
                </a:cubicBezTo>
                <a:cubicBezTo>
                  <a:pt x="5121333" y="5006696"/>
                  <a:pt x="5081390" y="5035123"/>
                  <a:pt x="5101362" y="5081317"/>
                </a:cubicBezTo>
                <a:cubicBezTo>
                  <a:pt x="5118480" y="5116850"/>
                  <a:pt x="5164130" y="5131063"/>
                  <a:pt x="5138452" y="5198578"/>
                </a:cubicBezTo>
                <a:cubicBezTo>
                  <a:pt x="5067125" y="5273199"/>
                  <a:pt x="4967265" y="5258986"/>
                  <a:pt x="4904497" y="5362033"/>
                </a:cubicBezTo>
                <a:cubicBezTo>
                  <a:pt x="4818903" y="5507721"/>
                  <a:pt x="4684807" y="5564575"/>
                  <a:pt x="4579242" y="5674729"/>
                </a:cubicBezTo>
                <a:cubicBezTo>
                  <a:pt x="4545005" y="5713816"/>
                  <a:pt x="4313903" y="5841738"/>
                  <a:pt x="4253988" y="5884379"/>
                </a:cubicBezTo>
                <a:cubicBezTo>
                  <a:pt x="4168395" y="5944786"/>
                  <a:pt x="4071389" y="5966106"/>
                  <a:pt x="3985795" y="6069153"/>
                </a:cubicBezTo>
                <a:cubicBezTo>
                  <a:pt x="4065682" y="6086921"/>
                  <a:pt x="4134157" y="5990979"/>
                  <a:pt x="4231163" y="6030066"/>
                </a:cubicBezTo>
                <a:cubicBezTo>
                  <a:pt x="4074242" y="6133114"/>
                  <a:pt x="3931586" y="6182861"/>
                  <a:pt x="3814609" y="6317889"/>
                </a:cubicBezTo>
                <a:cubicBezTo>
                  <a:pt x="3800343" y="6335656"/>
                  <a:pt x="3771812" y="6332102"/>
                  <a:pt x="3751840" y="6339209"/>
                </a:cubicBezTo>
                <a:cubicBezTo>
                  <a:pt x="3529298" y="6406723"/>
                  <a:pt x="3309608" y="6467130"/>
                  <a:pt x="3089919" y="6563071"/>
                </a:cubicBezTo>
                <a:cubicBezTo>
                  <a:pt x="3041416" y="6584392"/>
                  <a:pt x="2955823" y="6595052"/>
                  <a:pt x="2961529" y="6662566"/>
                </a:cubicBezTo>
                <a:cubicBezTo>
                  <a:pt x="2972941" y="6765613"/>
                  <a:pt x="3055681" y="6687439"/>
                  <a:pt x="3107038" y="6673226"/>
                </a:cubicBezTo>
                <a:cubicBezTo>
                  <a:pt x="3269664" y="6634138"/>
                  <a:pt x="3432292" y="6570178"/>
                  <a:pt x="3594919" y="6591499"/>
                </a:cubicBezTo>
                <a:cubicBezTo>
                  <a:pt x="3483648" y="6637693"/>
                  <a:pt x="3372376" y="6680332"/>
                  <a:pt x="3261106" y="6726527"/>
                </a:cubicBezTo>
                <a:cubicBezTo>
                  <a:pt x="3386642" y="6705206"/>
                  <a:pt x="3495061" y="6786934"/>
                  <a:pt x="3620597" y="6740740"/>
                </a:cubicBezTo>
                <a:cubicBezTo>
                  <a:pt x="3660541" y="6726527"/>
                  <a:pt x="3700484" y="6765613"/>
                  <a:pt x="3703337" y="6826020"/>
                </a:cubicBezTo>
                <a:cubicBezTo>
                  <a:pt x="3706191" y="6847340"/>
                  <a:pt x="3700484" y="6865108"/>
                  <a:pt x="3689072" y="6879321"/>
                </a:cubicBezTo>
                <a:lnTo>
                  <a:pt x="0" y="6879321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7" name="Graphic 16" descr="Stopwatch">
            <a:extLst>
              <a:ext uri="{FF2B5EF4-FFF2-40B4-BE49-F238E27FC236}">
                <a16:creationId xmlns:a16="http://schemas.microsoft.com/office/drawing/2014/main" id="{4CE7A12E-A57A-D643-9BAE-078A8CE2EA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9685" y="2954133"/>
            <a:ext cx="949734" cy="94973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55DCE04-9A66-3C80-1394-AE692DB4AFFA}"/>
              </a:ext>
            </a:extLst>
          </p:cNvPr>
          <p:cNvSpPr txBox="1"/>
          <p:nvPr/>
        </p:nvSpPr>
        <p:spPr>
          <a:xfrm>
            <a:off x="4686300" y="2497257"/>
            <a:ext cx="3829048" cy="36797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b="1" dirty="0">
                <a:solidFill/>
              </a:rPr>
              <a:t>Planung und Zeitplan: KI-Tool</a:t>
            </a:r>
            <a:endParaRPr lang="en-US" dirty="0"/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br>
              <a:rPr lang="en-US" dirty="0"/>
            </a:br>
            <a:br>
              <a:rPr lang="en-US" dirty="0"/>
            </a:br>
            <a:r>
              <a:rPr lang="en-US" i="1" dirty="0">
                <a:solidFill/>
              </a:rPr>
              <a:t>Automatisierte Zeitpläne</a:t>
            </a:r>
            <a:br>
              <a:rPr lang="en-US" i="1" dirty="0"/>
            </a:br>
            <a:r>
              <a:rPr lang="en-US" dirty="0" err="1">
                <a:solidFill/>
              </a:rPr>
              <a:t>Konstruktion</a:t>
            </a:r>
            <a:r>
              <a:rPr lang="en-US" dirty="0"/>
              <a:t> </a:t>
            </a:r>
            <a:r>
              <a:rPr lang="en-US" dirty="0" err="1">
                <a:solidFill/>
              </a:rPr>
              <a:t>Mesas</a:t>
            </a:r>
            <a:r>
              <a:rPr lang="en-US" dirty="0"/>
              <a:t> </a:t>
            </a:r>
            <a:r>
              <a:rPr lang="en-US" dirty="0" err="1">
                <a:solidFill/>
              </a:rPr>
              <a:t>Zeitlichkeit</a:t>
            </a:r>
            <a:br>
              <a:rPr lang="en-US" dirty="0"/>
            </a:br>
            <a:br>
              <a:rPr lang="en-US" dirty="0"/>
            </a:br>
            <a:r>
              <a:rPr lang="en-US" i="1" dirty="0">
                <a:solidFill/>
              </a:rPr>
              <a:t>Verzögerungsvorhersage</a:t>
            </a:r>
            <a:br>
              <a:rPr lang="en-US" i="1" dirty="0"/>
            </a:br>
            <a:r>
              <a:rPr lang="en-US" dirty="0" err="1">
                <a:solidFill/>
              </a:rPr>
              <a:t>Vorhersage</a:t>
            </a:r>
            <a:r>
              <a:rPr lang="en-US" dirty="0"/>
              <a:t> </a:t>
            </a:r>
            <a:r>
              <a:rPr lang="en-US" dirty="0" err="1">
                <a:solidFill/>
              </a:rPr>
              <a:t>Wegen Verzögerung</a:t>
            </a:r>
            <a:br>
              <a:rPr lang="en-US" dirty="0"/>
            </a:br>
            <a:br>
              <a:rPr lang="en-US" dirty="0"/>
            </a:br>
            <a:r>
              <a:rPr lang="en-US" i="1" dirty="0">
                <a:solidFill/>
              </a:rPr>
              <a:t>Abhängigkeitsausrichtung</a:t>
            </a:r>
            <a:endParaRPr lang="en-US" dirty="0"/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dirty="0" err="1">
                <a:solidFill/>
              </a:rPr>
              <a:t>Link</a:t>
            </a:r>
            <a:r>
              <a:rPr lang="en-US" dirty="0"/>
              <a:t> </a:t>
            </a:r>
            <a:r>
              <a:rPr lang="en-US" dirty="0" err="1">
                <a:solidFill/>
              </a:rPr>
              <a:t>Abhängigkeiten</a:t>
            </a:r>
            <a:endParaRPr lang="en-US" dirty="0"/>
          </a:p>
        </p:txBody>
      </p:sp>
      <p:pic>
        <p:nvPicPr>
          <p:cNvPr id="3" name="Picture 2" descr="78A3862A-D583-41E0-9AF0-082430A8FDC5.jpeg">
            <a:extLst>
              <a:ext uri="{FF2B5EF4-FFF2-40B4-BE49-F238E27FC236}">
                <a16:creationId xmlns:a16="http://schemas.microsoft.com/office/drawing/2014/main" id="{A7076B78-2D88-BA29-1C48-3D1CE5DE1E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6125" y="0"/>
            <a:ext cx="914400" cy="999290"/>
          </a:xfrm>
          <a:prstGeom prst="rect">
            <a:avLst/>
          </a:prstGeom>
        </p:spPr>
      </p:pic>
      <p:pic>
        <p:nvPicPr>
          <p:cNvPr id="5" name="Picture 4" descr="AI_logo_replaced.png">
            <a:extLst>
              <a:ext uri="{FF2B5EF4-FFF2-40B4-BE49-F238E27FC236}">
                <a16:creationId xmlns:a16="http://schemas.microsoft.com/office/drawing/2014/main" id="{5A335416-1A3E-817A-F4CC-D1A16F70747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3992" r="-2" b="-2"/>
          <a:stretch>
            <a:fillRect/>
          </a:stretch>
        </p:blipFill>
        <p:spPr>
          <a:xfrm>
            <a:off x="1" y="0"/>
            <a:ext cx="1149684" cy="99929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6827242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B1FBAC-0F2B-7503-7035-DFFA1880AE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43C823D3-D619-407C-89E0-C6F6B1E7A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47F8E3E-2FFA-4A0F-B3C7-E57ADDCFB4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D3BC65-01AA-34AB-5322-5A1DF5D9B6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419" y="1594707"/>
            <a:ext cx="7375161" cy="1325563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3100" b="1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Designabteilung</a:t>
            </a:r>
            <a:endParaRPr lang="en-US" sz="3100" kern="120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33D939F1-7ABE-4D0E-946A-43F37F556A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2509575" cy="2510865"/>
            <a:chOff x="-305" y="-1"/>
            <a:chExt cx="3832880" cy="2876136"/>
          </a:xfrm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63FE0426-0FE4-451E-A8BB-08DA6A6AC2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4A32F7E8-35B4-451F-AA07-AECF7CA1D5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E1097796-C3C8-4772-9EBD-9F5CA368F5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EC4BC137-BB50-4235-A83F-4B4EEE1590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F5DDDA02-0189-B21F-656D-031975EC740A}"/>
              </a:ext>
            </a:extLst>
          </p:cNvPr>
          <p:cNvSpPr txBox="1"/>
          <p:nvPr/>
        </p:nvSpPr>
        <p:spPr>
          <a:xfrm>
            <a:off x="2546284" y="3365375"/>
            <a:ext cx="4051201" cy="286430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pPr algn="ctr" defTabSz="914400">
              <a:lnSpc>
                <a:spcPct val="90000"/>
              </a:lnSpc>
              <a:spcAft>
                <a:spcPts val="600"/>
              </a:spcAft>
            </a:pPr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Design-Assistent: KI-Tool</a:t>
            </a:r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 defTabSz="914400">
              <a:lnSpc>
                <a:spcPct val="90000"/>
              </a:lnSpc>
              <a:spcAft>
                <a:spcPts val="600"/>
              </a:spcAft>
            </a:pPr>
            <a:b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en-US" sz="20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Design-Alternativen</a:t>
            </a:r>
            <a:br>
              <a:rPr lang="en-US" sz="20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en-US" sz="20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Anregung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Alternativen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Design</a:t>
            </a:r>
            <a:b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b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en-US" sz="20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Change-Impact-Analyse</a:t>
            </a:r>
            <a:br>
              <a:rPr lang="en-US" sz="20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en-US" sz="20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Analyse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Wirkung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Ändern</a:t>
            </a:r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 defTabSz="914400">
              <a:lnSpc>
                <a:spcPct val="90000"/>
              </a:lnSpc>
              <a:spcAft>
                <a:spcPts val="600"/>
              </a:spcAft>
            </a:pPr>
            <a:b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en-US" sz="20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Einhaltung von Standards</a:t>
            </a:r>
            <a:br>
              <a:rPr lang="en-US" sz="20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en-US" sz="20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Engagement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Nach Maßstäben</a:t>
            </a:r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9DB3963A-4187-4A72-9DA4-CA6BADE22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319752" y="4030420"/>
            <a:ext cx="3878664" cy="1776494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2428E75E-001A-4568-B035-574F1303EF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64AC8CFC-1164-4525-82A0-25F75ADCF4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6F35C856-5B70-4CA2-BB8F-A37197D8F9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550FD8B0-DE97-47B1-84ED-67A3BD00FE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3" name="Picture 2" descr="78A3862A-D583-41E0-9AF0-082430A8FDC5.jpeg">
            <a:extLst>
              <a:ext uri="{FF2B5EF4-FFF2-40B4-BE49-F238E27FC236}">
                <a16:creationId xmlns:a16="http://schemas.microsoft.com/office/drawing/2014/main" id="{865DE293-8E0B-931D-01B2-17199AA2A3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6125" y="0"/>
            <a:ext cx="914400" cy="999290"/>
          </a:xfrm>
          <a:prstGeom prst="rect">
            <a:avLst/>
          </a:prstGeom>
        </p:spPr>
      </p:pic>
      <p:pic>
        <p:nvPicPr>
          <p:cNvPr id="5" name="Picture 4" descr="AI_logo_replaced.png">
            <a:extLst>
              <a:ext uri="{FF2B5EF4-FFF2-40B4-BE49-F238E27FC236}">
                <a16:creationId xmlns:a16="http://schemas.microsoft.com/office/drawing/2014/main" id="{1C7CAC12-F6D2-AEA3-0F4F-1A5C3127A04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3992" r="-2" b="-2"/>
          <a:stretch>
            <a:fillRect/>
          </a:stretch>
        </p:blipFill>
        <p:spPr>
          <a:xfrm>
            <a:off x="1" y="0"/>
            <a:ext cx="1149684" cy="99929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8329048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E07AAE-1F87-779B-B89D-1EC291786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4DA718D0-4865-4629-8134-44F68D41D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65167ED7-6315-43AB-B1B6-C326D5FD8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2487837" y="2732147"/>
            <a:ext cx="5860051" cy="395784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EF4D8839-FB03-487D-ACC8-8BFEDD4FEB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0EF75023-9A3B-42FC-B704-61A8F7BEF4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2" name="Rectangle 41">
            <a:extLst>
              <a:ext uri="{FF2B5EF4-FFF2-40B4-BE49-F238E27FC236}">
                <a16:creationId xmlns:a16="http://schemas.microsoft.com/office/drawing/2014/main" id="{CBC4F608-B4B8-48C3-9572-C0F061B1C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4646" y="922919"/>
            <a:ext cx="8333796" cy="546125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4CE7DF-6A98-5820-B2CC-C5993EEE8B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2222" y="1238080"/>
            <a:ext cx="7387313" cy="134967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29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Ausführung</a:t>
            </a:r>
            <a:br>
              <a:rPr lang="en-US" sz="29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29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Abteilung</a:t>
            </a:r>
            <a:br>
              <a:rPr lang="en-US" sz="29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sz="29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B7AE23A-57D5-E44C-934C-F16257993922}"/>
              </a:ext>
            </a:extLst>
          </p:cNvPr>
          <p:cNvSpPr txBox="1"/>
          <p:nvPr/>
        </p:nvSpPr>
        <p:spPr>
          <a:xfrm>
            <a:off x="966978" y="2902913"/>
            <a:ext cx="7387313" cy="30321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b="1" dirty="0">
                <a:solidFill/>
              </a:rPr>
              <a:t>Vorbereitung zur Ausführung: KI-Tool</a:t>
            </a:r>
            <a:endParaRPr lang="en-US" dirty="0"/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br>
              <a:rPr lang="en-US" i="1" dirty="0"/>
            </a:br>
            <a:r>
              <a:rPr lang="en-US" i="1" dirty="0">
                <a:solidFill/>
              </a:rPr>
              <a:t>Aufgabenextraktion</a:t>
            </a:r>
            <a:br>
              <a:rPr lang="en-US" i="1" dirty="0"/>
            </a:br>
            <a:r>
              <a:rPr lang="en-US" dirty="0" err="1">
                <a:solidFill/>
              </a:rPr>
              <a:t>Extraktion</a:t>
            </a:r>
            <a:r>
              <a:rPr lang="en-US" dirty="0"/>
              <a:t> </a:t>
            </a:r>
            <a:r>
              <a:rPr lang="en-US" dirty="0" err="1">
                <a:solidFill/>
              </a:rPr>
              <a:t>Aufgaben</a:t>
            </a:r>
            <a:br>
              <a:rPr lang="en-US" dirty="0"/>
            </a:br>
            <a:br>
              <a:rPr lang="en-US" dirty="0"/>
            </a:br>
            <a:r>
              <a:rPr lang="en-US" i="1" dirty="0">
                <a:solidFill/>
              </a:rPr>
              <a:t>Risikoerkennung</a:t>
            </a:r>
            <a:br>
              <a:rPr lang="en-US" i="1" dirty="0"/>
            </a:br>
            <a:r>
              <a:rPr lang="en-US" dirty="0" err="1">
                <a:solidFill/>
              </a:rPr>
              <a:t>eine Aussage</a:t>
            </a:r>
            <a:r>
              <a:rPr lang="en-US" dirty="0"/>
              <a:t> </a:t>
            </a:r>
            <a:r>
              <a:rPr lang="en-US" dirty="0" err="1">
                <a:solidFill/>
              </a:rPr>
              <a:t>Risiken</a:t>
            </a:r>
            <a:endParaRPr lang="en-US" dirty="0"/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br>
              <a:rPr lang="en-US" dirty="0"/>
            </a:br>
            <a:r>
              <a:rPr lang="en-US" i="1" dirty="0">
                <a:solidFill/>
              </a:rPr>
              <a:t>Vorbereitung zur Ausführung</a:t>
            </a:r>
            <a:br>
              <a:rPr lang="en-US" i="1" dirty="0"/>
            </a:br>
            <a:r>
              <a:rPr lang="en-US" dirty="0" err="1">
                <a:solidFill/>
              </a:rPr>
              <a:t>Vorbereitung</a:t>
            </a:r>
            <a:r>
              <a:rPr lang="en-US" dirty="0"/>
              <a:t> </a:t>
            </a:r>
            <a:r>
              <a:rPr lang="en-US" dirty="0" err="1">
                <a:solidFill/>
              </a:rPr>
              <a:t>Durchführung</a:t>
            </a:r>
            <a:endParaRPr lang="en-US" dirty="0"/>
          </a:p>
        </p:txBody>
      </p:sp>
      <p:pic>
        <p:nvPicPr>
          <p:cNvPr id="3" name="Picture 2" descr="78A3862A-D583-41E0-9AF0-082430A8FDC5.jpeg">
            <a:extLst>
              <a:ext uri="{FF2B5EF4-FFF2-40B4-BE49-F238E27FC236}">
                <a16:creationId xmlns:a16="http://schemas.microsoft.com/office/drawing/2014/main" id="{97717B63-34AF-3DEA-17A7-765632EFB3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6125" y="0"/>
            <a:ext cx="914400" cy="999290"/>
          </a:xfrm>
          <a:prstGeom prst="rect">
            <a:avLst/>
          </a:prstGeom>
        </p:spPr>
      </p:pic>
      <p:pic>
        <p:nvPicPr>
          <p:cNvPr id="5" name="Picture 4" descr="AI_logo_replaced.png">
            <a:extLst>
              <a:ext uri="{FF2B5EF4-FFF2-40B4-BE49-F238E27FC236}">
                <a16:creationId xmlns:a16="http://schemas.microsoft.com/office/drawing/2014/main" id="{446057CE-5662-ED0C-4723-9B15E1DC245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3992" r="-2" b="-2"/>
          <a:stretch>
            <a:fillRect/>
          </a:stretch>
        </p:blipFill>
        <p:spPr>
          <a:xfrm>
            <a:off x="1" y="0"/>
            <a:ext cx="1149684" cy="99929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1518492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BA0E34-857E-5F93-E3CA-7C5978BBEB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4DA718D0-4865-4629-8134-44F68D41D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65167ED7-6315-43AB-B1B6-C326D5FD8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2487837" y="2732147"/>
            <a:ext cx="5860051" cy="395784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EF4D8839-FB03-487D-ACC8-8BFEDD4FEB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0EF75023-9A3B-42FC-B704-61A8F7BEF4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id="{CBC4F608-B4B8-48C3-9572-C0F061B1C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4646" y="922919"/>
            <a:ext cx="8333796" cy="546125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03F389-D736-DD74-916E-E61E171207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2222" y="1238080"/>
            <a:ext cx="7387313" cy="134967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47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Aufsichts-KI</a:t>
            </a:r>
            <a:endParaRPr lang="en-US" sz="47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D202259-AF86-51F0-7AC4-7334789D998D}"/>
              </a:ext>
            </a:extLst>
          </p:cNvPr>
          <p:cNvSpPr txBox="1"/>
          <p:nvPr/>
        </p:nvSpPr>
        <p:spPr>
          <a:xfrm>
            <a:off x="966978" y="2902913"/>
            <a:ext cx="7387313" cy="30321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2000" b="1" i="1" dirty="0">
                <a:solidFill/>
              </a:rPr>
              <a:t>Überwachen Sie alle KI-Tools</a:t>
            </a:r>
            <a:br>
              <a:rPr lang="en-US" sz="2000" b="1" i="1" dirty="0"/>
            </a:br>
            <a:r>
              <a:rPr lang="en-US" sz="2000" dirty="0" err="1">
                <a:solidFill/>
              </a:rPr>
              <a:t>Hören</a:t>
            </a:r>
            <a:r>
              <a:rPr lang="en-US" sz="2000" dirty="0"/>
              <a:t> </a:t>
            </a:r>
            <a:r>
              <a:rPr lang="en-US" sz="2000" dirty="0" err="1">
                <a:solidFill/>
              </a:rPr>
              <a:t>alle</a:t>
            </a:r>
            <a:r>
              <a:rPr lang="en-US" sz="2000" dirty="0"/>
              <a:t> </a:t>
            </a:r>
            <a:r>
              <a:rPr lang="en-US" sz="2000" dirty="0" err="1">
                <a:solidFill/>
              </a:rPr>
              <a:t>Werkzeuge</a:t>
            </a:r>
            <a:endParaRPr lang="en-US" sz="2000" dirty="0"/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br>
              <a:rPr lang="en-US" sz="2000" dirty="0"/>
            </a:br>
            <a:r>
              <a:rPr lang="en-US" sz="2000" b="1" i="1" dirty="0">
                <a:solidFill/>
              </a:rPr>
              <a:t>Sorgen Sie für Konsistenz</a:t>
            </a:r>
            <a:br>
              <a:rPr lang="en-US" sz="2000" i="1" dirty="0"/>
            </a:br>
            <a:r>
              <a:rPr lang="en-US" sz="2000" dirty="0" err="1">
                <a:solidFill/>
              </a:rPr>
              <a:t>eine Garantie</a:t>
            </a:r>
            <a:r>
              <a:rPr lang="en-US" sz="2000" dirty="0"/>
              <a:t> </a:t>
            </a:r>
            <a:r>
              <a:rPr lang="en-US" sz="2000" dirty="0" err="1">
                <a:solidFill/>
              </a:rPr>
              <a:t>Konsistenz</a:t>
            </a:r>
            <a:br>
              <a:rPr lang="en-US" sz="2000" dirty="0"/>
            </a:br>
            <a:br>
              <a:rPr lang="en-US" sz="2000" dirty="0"/>
            </a:br>
            <a:r>
              <a:rPr lang="en-US" sz="2000" b="1" i="1" dirty="0">
                <a:solidFill/>
              </a:rPr>
              <a:t>Sichtbarkeit von Führungskräften</a:t>
            </a:r>
            <a:br>
              <a:rPr lang="en-US" sz="2000" i="1" dirty="0"/>
            </a:br>
            <a:r>
              <a:rPr lang="en-US" sz="2000" dirty="0" err="1">
                <a:solidFill/>
              </a:rPr>
              <a:t>Vision</a:t>
            </a:r>
            <a:r>
              <a:rPr lang="en-US" sz="2000" dirty="0"/>
              <a:t> </a:t>
            </a:r>
            <a:r>
              <a:rPr lang="en-US" sz="2000" dirty="0" err="1">
                <a:solidFill/>
              </a:rPr>
              <a:t>Exekutive</a:t>
            </a:r>
            <a:r>
              <a:rPr lang="en-US" sz="2000" dirty="0"/>
              <a:t> </a:t>
            </a:r>
            <a:r>
              <a:rPr lang="en-US" sz="2000" dirty="0" err="1">
                <a:solidFill/>
              </a:rPr>
              <a:t>Für das Management</a:t>
            </a:r>
            <a:endParaRPr lang="en-US" sz="2000" dirty="0"/>
          </a:p>
        </p:txBody>
      </p:sp>
      <p:pic>
        <p:nvPicPr>
          <p:cNvPr id="3" name="Picture 2" descr="78A3862A-D583-41E0-9AF0-082430A8FDC5.jpeg">
            <a:extLst>
              <a:ext uri="{FF2B5EF4-FFF2-40B4-BE49-F238E27FC236}">
                <a16:creationId xmlns:a16="http://schemas.microsoft.com/office/drawing/2014/main" id="{712B5681-5BA3-33C4-598F-AC3F072A3D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6125" y="0"/>
            <a:ext cx="914400" cy="999290"/>
          </a:xfrm>
          <a:prstGeom prst="rect">
            <a:avLst/>
          </a:prstGeom>
        </p:spPr>
      </p:pic>
      <p:pic>
        <p:nvPicPr>
          <p:cNvPr id="5" name="Picture 4" descr="AI_logo_replaced.png">
            <a:extLst>
              <a:ext uri="{FF2B5EF4-FFF2-40B4-BE49-F238E27FC236}">
                <a16:creationId xmlns:a16="http://schemas.microsoft.com/office/drawing/2014/main" id="{285D9459-903C-A417-46A2-397B3EE02D6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3992" r="-2" b="-2"/>
          <a:stretch>
            <a:fillRect/>
          </a:stretch>
        </p:blipFill>
        <p:spPr>
          <a:xfrm>
            <a:off x="1" y="0"/>
            <a:ext cx="1149684" cy="99929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3383323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28D7CB-86A1-5FBF-298D-11E21A09F6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40C66A-6F53-4BB2-E5B4-3AE437FE20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48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KPI</a:t>
            </a:r>
            <a:endParaRPr lang="en-US" sz="3500" b="1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6951A71-C238-78EB-7A18-B7A4E7AA34DB}"/>
              </a:ext>
            </a:extLst>
          </p:cNvPr>
          <p:cNvSpPr txBox="1"/>
          <p:nvPr/>
        </p:nvSpPr>
        <p:spPr>
          <a:xfrm>
            <a:off x="3607694" y="649480"/>
            <a:ext cx="4916510" cy="5546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="1" i="1" dirty="0">
                <a:solidFill/>
              </a:rPr>
              <a:t>Lieferzeit</a:t>
            </a:r>
            <a:br>
              <a:rPr lang="en-US" sz="1700" i="1" dirty="0"/>
            </a:br>
            <a:r>
              <a:rPr lang="en-US" sz="1700" dirty="0" err="1">
                <a:solidFill/>
              </a:rPr>
              <a:t>Geschwindigkeit</a:t>
            </a:r>
            <a:r>
              <a:rPr lang="en-US" sz="1700" dirty="0"/>
              <a:t> </a:t>
            </a:r>
            <a:r>
              <a:rPr lang="en-US" sz="1700" dirty="0" err="1">
                <a:solidFill/>
              </a:rPr>
              <a:t>Leistung</a:t>
            </a:r>
            <a:br>
              <a:rPr lang="en-US" sz="1700" dirty="0"/>
            </a:br>
            <a:endParaRPr lang="en-US" sz="1700" dirty="0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br>
              <a:rPr lang="en-US" sz="1700" dirty="0"/>
            </a:br>
            <a:r>
              <a:rPr lang="en-US" sz="1700" b="1" i="1" dirty="0">
                <a:solidFill/>
              </a:rPr>
              <a:t>Entscheidungsqualität</a:t>
            </a:r>
            <a:br>
              <a:rPr lang="en-US" sz="1700" i="1" dirty="0"/>
            </a:br>
            <a:r>
              <a:rPr lang="en-US" sz="1700" dirty="0" err="1">
                <a:solidFill/>
              </a:rPr>
              <a:t>Qualität</a:t>
            </a:r>
            <a:r>
              <a:rPr lang="en-US" sz="1700" dirty="0"/>
              <a:t> </a:t>
            </a:r>
            <a:r>
              <a:rPr lang="en-US" sz="1700" dirty="0" err="1">
                <a:solidFill/>
              </a:rPr>
              <a:t>Entscheidung</a:t>
            </a:r>
            <a:br>
              <a:rPr lang="en-US" sz="1700" dirty="0"/>
            </a:br>
            <a:br>
              <a:rPr lang="en-US" sz="1700" dirty="0"/>
            </a:br>
            <a:r>
              <a:rPr lang="en-US" sz="1700" b="1" i="1" dirty="0">
                <a:solidFill/>
              </a:rPr>
              <a:t>Risikominderung</a:t>
            </a:r>
            <a:br>
              <a:rPr lang="en-US" sz="1700" i="1" dirty="0"/>
            </a:br>
            <a:r>
              <a:rPr lang="en-US" sz="1700" dirty="0" err="1">
                <a:solidFill/>
              </a:rPr>
              <a:t>Reduktion</a:t>
            </a:r>
            <a:r>
              <a:rPr lang="en-US" sz="1700" dirty="0"/>
              <a:t> </a:t>
            </a:r>
            <a:r>
              <a:rPr lang="en-US" sz="1700" dirty="0" err="1">
                <a:solidFill/>
              </a:rPr>
              <a:t>Risiken</a:t>
            </a:r>
            <a:br>
              <a:rPr lang="en-US" sz="1700" dirty="0"/>
            </a:br>
            <a:br>
              <a:rPr lang="en-US" sz="1700" dirty="0"/>
            </a:br>
            <a:r>
              <a:rPr lang="en-US" sz="1700" b="1" i="1" dirty="0">
                <a:solidFill/>
              </a:rPr>
              <a:t>KI-Einführung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 err="1">
                <a:solidFill/>
              </a:rPr>
              <a:t>Annahme</a:t>
            </a:r>
            <a:r>
              <a:rPr lang="en-US" sz="1700" dirty="0"/>
              <a:t> </a:t>
            </a:r>
            <a:r>
              <a:rPr lang="en-US" sz="1700" dirty="0" err="1">
                <a:solidFill/>
              </a:rPr>
              <a:t>Intelligenz</a:t>
            </a:r>
            <a:r>
              <a:rPr lang="en-US" sz="1700" dirty="0"/>
              <a:t> </a:t>
            </a:r>
            <a:r>
              <a:rPr lang="en-US" sz="1700" dirty="0" err="1">
                <a:solidFill/>
              </a:rPr>
              <a:t>Künstlich</a:t>
            </a:r>
            <a:endParaRPr lang="en-US" sz="1700" dirty="0"/>
          </a:p>
        </p:txBody>
      </p:sp>
      <p:pic>
        <p:nvPicPr>
          <p:cNvPr id="3" name="Picture 2" descr="78A3862A-D583-41E0-9AF0-082430A8FDC5.jpeg">
            <a:extLst>
              <a:ext uri="{FF2B5EF4-FFF2-40B4-BE49-F238E27FC236}">
                <a16:creationId xmlns:a16="http://schemas.microsoft.com/office/drawing/2014/main" id="{2EE81767-E7D1-81A3-7BD0-4DAF06138D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6125" y="0"/>
            <a:ext cx="914400" cy="999290"/>
          </a:xfrm>
          <a:prstGeom prst="rect">
            <a:avLst/>
          </a:prstGeom>
        </p:spPr>
      </p:pic>
      <p:pic>
        <p:nvPicPr>
          <p:cNvPr id="5" name="Picture 4" descr="AI_logo_replaced.png">
            <a:extLst>
              <a:ext uri="{FF2B5EF4-FFF2-40B4-BE49-F238E27FC236}">
                <a16:creationId xmlns:a16="http://schemas.microsoft.com/office/drawing/2014/main" id="{0DD01151-E787-A3F0-1FFD-8C6BE43A225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3992" r="-2" b="-2"/>
          <a:stretch>
            <a:fillRect/>
          </a:stretch>
        </p:blipFill>
        <p:spPr>
          <a:xfrm>
            <a:off x="1" y="0"/>
            <a:ext cx="1149684" cy="99929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42508939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B9A69E-F012-F510-106E-0CEBF8AD30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1" name="Rectangle 90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Right Triangle 91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D198B8-C73A-4F8A-C01E-5A29CF758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329" y="1095504"/>
            <a:ext cx="2938441" cy="448072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19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- Digitale Transformation</a:t>
            </a:r>
            <a:br>
              <a:rPr lang="en-US" sz="19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19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Initiativen</a:t>
            </a:r>
            <a:br>
              <a:rPr lang="en-US" sz="19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ar-SA" sz="1200" dirty="0">
                <a:solidFill/>
              </a:rPr>
              <a:t>Initiativen zur digitalen Transformation</a:t>
            </a:r>
            <a:br>
              <a:rPr lang="en-US" sz="19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br>
              <a:rPr lang="en-US" sz="19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br>
              <a:rPr lang="en-US" sz="19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br>
              <a:rPr lang="en-US" sz="19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br>
              <a:rPr lang="en-US" sz="19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br>
              <a:rPr lang="en-US" sz="19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br>
              <a:rPr lang="en-US" sz="19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br>
              <a:rPr lang="en-US" sz="19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19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- Einige Plattformen und</a:t>
            </a:r>
            <a:br>
              <a:rPr lang="en-US" sz="19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19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Systeme</a:t>
            </a:r>
            <a:br>
              <a:rPr lang="en-US" sz="19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ar-SA" sz="1200" dirty="0">
                <a:solidFill/>
              </a:rPr>
              <a:t>Einige Plattformen und Systeme</a:t>
            </a:r>
            <a:br>
              <a:rPr lang="en-US" sz="19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br>
              <a:rPr lang="en-US" sz="19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sz="19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0722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TextBox 94">
            <a:extLst>
              <a:ext uri="{FF2B5EF4-FFF2-40B4-BE49-F238E27FC236}">
                <a16:creationId xmlns:a16="http://schemas.microsoft.com/office/drawing/2014/main" id="{D32B3913-CB2D-1F51-51A6-8E273DD9BD7F}"/>
              </a:ext>
            </a:extLst>
          </p:cNvPr>
          <p:cNvSpPr txBox="1"/>
          <p:nvPr/>
        </p:nvSpPr>
        <p:spPr>
          <a:xfrm>
            <a:off x="3622333" y="1618666"/>
            <a:ext cx="2678597" cy="333299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b="1" dirty="0">
                <a:solidFill/>
              </a:rPr>
              <a:t>Plattformen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b="1" dirty="0">
                <a:solidFill/>
              </a:rPr>
              <a:t>Entscheidungsunterstützung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b="1" dirty="0">
                <a:solidFill/>
              </a:rPr>
              <a:t>Leistungsindikatoren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b="1" dirty="0">
                <a:solidFill/>
              </a:rPr>
              <a:t>KI in Unternehmen integrieren</a:t>
            </a:r>
            <a:br>
              <a:rPr lang="en-US" sz="1500" b="1" dirty="0"/>
            </a:br>
            <a:br>
              <a:rPr lang="en-US" sz="1500" b="1" dirty="0"/>
            </a:br>
            <a:endParaRPr lang="en-US" sz="1500" b="1" dirty="0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500" b="1" dirty="0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500" b="1" dirty="0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500" b="1" dirty="0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b="1" dirty="0">
                <a:solidFill/>
              </a:rPr>
              <a:t>KI-Plattform für Dokumente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b="1" dirty="0">
                <a:solidFill/>
              </a:rPr>
              <a:t>Übersetzungsmaschinen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b="1" dirty="0">
                <a:solidFill/>
              </a:rPr>
              <a:t>Analyse und Visualisierung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b="1" dirty="0">
                <a:solidFill/>
              </a:rPr>
              <a:t>ISO 42001-Governance</a:t>
            </a:r>
          </a:p>
        </p:txBody>
      </p:sp>
      <p:pic>
        <p:nvPicPr>
          <p:cNvPr id="3" name="Picture 2" descr="78A3862A-D583-41E0-9AF0-082430A8FDC5.jpeg">
            <a:extLst>
              <a:ext uri="{FF2B5EF4-FFF2-40B4-BE49-F238E27FC236}">
                <a16:creationId xmlns:a16="http://schemas.microsoft.com/office/drawing/2014/main" id="{949C4E0F-C905-738F-A2C3-61683793AE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6125" y="0"/>
            <a:ext cx="914400" cy="999290"/>
          </a:xfrm>
          <a:prstGeom prst="rect">
            <a:avLst/>
          </a:prstGeom>
        </p:spPr>
      </p:pic>
      <p:pic>
        <p:nvPicPr>
          <p:cNvPr id="5" name="Picture 4" descr="AI_logo_replaced.png">
            <a:extLst>
              <a:ext uri="{FF2B5EF4-FFF2-40B4-BE49-F238E27FC236}">
                <a16:creationId xmlns:a16="http://schemas.microsoft.com/office/drawing/2014/main" id="{0AF0C6B4-A797-5B3D-1F74-67CCEC888C3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3992" r="-2" b="-2"/>
          <a:stretch>
            <a:fillRect/>
          </a:stretch>
        </p:blipFill>
        <p:spPr>
          <a:xfrm>
            <a:off x="1" y="0"/>
            <a:ext cx="1149684" cy="99929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EECC4F0-3766-61A7-85BC-574A289BB15E}"/>
              </a:ext>
            </a:extLst>
          </p:cNvPr>
          <p:cNvSpPr txBox="1"/>
          <p:nvPr/>
        </p:nvSpPr>
        <p:spPr>
          <a:xfrm>
            <a:off x="6189960" y="1406010"/>
            <a:ext cx="2678597" cy="36231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ar-SA" sz="1400" dirty="0">
                <a:solidFill/>
              </a:rPr>
              <a:t>Plattformen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ar-SA" sz="1400" dirty="0">
                <a:solidFill/>
              </a:rPr>
              <a:t>Unterstützen Sie die Entscheidungsfindung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ar-SA" sz="1400" dirty="0">
                <a:solidFill/>
              </a:rPr>
              <a:t>Leistungsindikatoren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ar-SA" sz="1400" dirty="0">
                <a:solidFill/>
              </a:rPr>
              <a:t>Künstliche Intelligenz in Unternehmen integrieren</a:t>
            </a:r>
            <a:br>
              <a:rPr lang="en-US" sz="1400" dirty="0"/>
            </a:br>
            <a:endParaRPr lang="en-US" sz="1400" dirty="0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400" b="1" dirty="0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400" b="1" dirty="0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400" b="1" dirty="0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ar-SA" sz="1400" dirty="0">
                <a:solidFill/>
              </a:rPr>
              <a:t>KI-Plattform für Dokumente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ar-SA" sz="1400" dirty="0">
                <a:solidFill/>
              </a:rPr>
              <a:t>Übersetzungsmaschinen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ar-SA" sz="1400" dirty="0">
                <a:solidFill/>
              </a:rPr>
              <a:t>Analyse und Visualisierung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ar-SA" sz="1400" dirty="0">
                <a:solidFill/>
              </a:rPr>
              <a:t>Regierungsführung</a:t>
            </a:r>
            <a:r>
              <a:rPr lang="en-US" sz="1400" dirty="0">
                <a:solidFill/>
              </a:rPr>
              <a:t>ISO 42001</a:t>
            </a:r>
          </a:p>
        </p:txBody>
      </p:sp>
    </p:spTree>
    <p:extLst>
      <p:ext uri="{BB962C8B-B14F-4D97-AF65-F5344CB8AC3E}">
        <p14:creationId xmlns:p14="http://schemas.microsoft.com/office/powerpoint/2010/main" val="25200242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881F12-1897-EE17-D6A7-493C06DFF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097E71-1DD3-7A1B-70D2-09E5861C3A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329" y="1095504"/>
            <a:ext cx="2938441" cy="448072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19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- Digitale Transformation</a:t>
            </a:r>
            <a:br>
              <a:rPr lang="en-US" sz="19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19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Initiativen</a:t>
            </a:r>
            <a:br>
              <a:rPr lang="en-US" sz="19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ar-SA" sz="1200" dirty="0">
                <a:solidFill/>
              </a:rPr>
              <a:t>Initiativen zur digitalen Transformation</a:t>
            </a:r>
            <a:br>
              <a:rPr lang="en-US" sz="19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br>
              <a:rPr lang="en-US" sz="19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br>
              <a:rPr lang="en-US" sz="19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br>
              <a:rPr lang="en-US" sz="19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br>
              <a:rPr lang="en-US" sz="19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br>
              <a:rPr lang="en-US" sz="19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br>
              <a:rPr lang="en-US" sz="19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br>
              <a:rPr lang="en-US" sz="19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19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- Einige Plattformen und</a:t>
            </a:r>
            <a:br>
              <a:rPr lang="en-US" sz="19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19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Systeme</a:t>
            </a:r>
            <a:br>
              <a:rPr lang="en-US" sz="19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ar-SA" sz="1200" dirty="0">
                <a:solidFill/>
              </a:rPr>
              <a:t>Einige Plattformen und Systeme</a:t>
            </a:r>
            <a:br>
              <a:rPr lang="en-US" sz="19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br>
              <a:rPr lang="en-US" sz="19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sz="19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D02F07E9-7EF7-3916-9013-B45BABE2AFDD}"/>
              </a:ext>
            </a:extLst>
          </p:cNvPr>
          <p:cNvSpPr txBox="1"/>
          <p:nvPr/>
        </p:nvSpPr>
        <p:spPr>
          <a:xfrm>
            <a:off x="3622333" y="1618666"/>
            <a:ext cx="2678597" cy="333299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b="1" dirty="0">
                <a:solidFill/>
              </a:rPr>
              <a:t>Plattformen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b="1" dirty="0">
                <a:solidFill/>
              </a:rPr>
              <a:t>Entscheidungsunterstützung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b="1" dirty="0">
                <a:solidFill/>
              </a:rPr>
              <a:t>Leistungsindikatoren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b="1" dirty="0">
                <a:solidFill/>
              </a:rPr>
              <a:t>KI in Unternehmen integrieren</a:t>
            </a:r>
            <a:br>
              <a:rPr lang="en-US" sz="1500" b="1" dirty="0"/>
            </a:br>
            <a:br>
              <a:rPr lang="en-US" sz="1500" b="1" dirty="0"/>
            </a:br>
            <a:endParaRPr lang="en-US" sz="1500" b="1" dirty="0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500" b="1" dirty="0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500" b="1" dirty="0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500" b="1" dirty="0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b="1" dirty="0">
                <a:solidFill/>
              </a:rPr>
              <a:t>KI-Plattform für Dokumente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b="1" dirty="0">
                <a:solidFill/>
              </a:rPr>
              <a:t>Übersetzungsmaschinen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b="1" dirty="0">
                <a:solidFill/>
              </a:rPr>
              <a:t>Analyse und Visualisierung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b="1" dirty="0">
                <a:solidFill/>
              </a:rPr>
              <a:t>ISO 42001-Governance</a:t>
            </a:r>
          </a:p>
        </p:txBody>
      </p:sp>
      <p:pic>
        <p:nvPicPr>
          <p:cNvPr id="3" name="Picture 2" descr="78A3862A-D583-41E0-9AF0-082430A8FDC5.jpeg">
            <a:extLst>
              <a:ext uri="{FF2B5EF4-FFF2-40B4-BE49-F238E27FC236}">
                <a16:creationId xmlns:a16="http://schemas.microsoft.com/office/drawing/2014/main" id="{BE90D54E-8871-CC35-4613-080C707E20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6125" y="0"/>
            <a:ext cx="914400" cy="999290"/>
          </a:xfrm>
          <a:prstGeom prst="rect">
            <a:avLst/>
          </a:prstGeom>
        </p:spPr>
      </p:pic>
      <p:pic>
        <p:nvPicPr>
          <p:cNvPr id="5" name="Picture 4" descr="AI_logo_replaced.png">
            <a:extLst>
              <a:ext uri="{FF2B5EF4-FFF2-40B4-BE49-F238E27FC236}">
                <a16:creationId xmlns:a16="http://schemas.microsoft.com/office/drawing/2014/main" id="{7A5FB75E-4AAF-594E-DC86-4BFFA6EE439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3992" r="-2" b="-2"/>
          <a:stretch>
            <a:fillRect/>
          </a:stretch>
        </p:blipFill>
        <p:spPr>
          <a:xfrm>
            <a:off x="1" y="0"/>
            <a:ext cx="1149684" cy="99929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A3B62D1-A82E-EBF9-3CB7-568C4BC6CE59}"/>
              </a:ext>
            </a:extLst>
          </p:cNvPr>
          <p:cNvSpPr txBox="1"/>
          <p:nvPr/>
        </p:nvSpPr>
        <p:spPr>
          <a:xfrm>
            <a:off x="6189960" y="1406010"/>
            <a:ext cx="2678597" cy="36231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ar-SA" sz="1400" dirty="0">
                <a:solidFill/>
              </a:rPr>
              <a:t>Plattformen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ar-SA" sz="1400" dirty="0">
                <a:solidFill/>
              </a:rPr>
              <a:t>Unterstützen Sie die Entscheidungsfindung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ar-SA" sz="1400" dirty="0">
                <a:solidFill/>
              </a:rPr>
              <a:t>Leistungsindikatoren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ar-SA" sz="1400" dirty="0">
                <a:solidFill/>
              </a:rPr>
              <a:t>Künstliche Intelligenz in Unternehmen integrieren</a:t>
            </a:r>
            <a:br>
              <a:rPr lang="en-US" sz="1400" dirty="0"/>
            </a:br>
            <a:endParaRPr lang="en-US" sz="1400" dirty="0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400" b="1" dirty="0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400" b="1" dirty="0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400" b="1" dirty="0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ar-SA" sz="1400" dirty="0">
                <a:solidFill/>
              </a:rPr>
              <a:t>KI-Plattform für Dokumente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ar-SA" sz="1400" dirty="0">
                <a:solidFill/>
              </a:rPr>
              <a:t>Übersetzungsmaschinen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ar-SA" sz="1400" dirty="0">
                <a:solidFill/>
              </a:rPr>
              <a:t>Analyse und Visualisierung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ar-SA" sz="1400" dirty="0">
                <a:solidFill/>
              </a:rPr>
              <a:t>Regierungsführung</a:t>
            </a:r>
            <a:r>
              <a:rPr lang="en-US" sz="1400" dirty="0">
                <a:solidFill/>
              </a:rPr>
              <a:t>ISO 42001</a:t>
            </a:r>
          </a:p>
        </p:txBody>
      </p:sp>
    </p:spTree>
    <p:extLst>
      <p:ext uri="{BB962C8B-B14F-4D97-AF65-F5344CB8AC3E}">
        <p14:creationId xmlns:p14="http://schemas.microsoft.com/office/powerpoint/2010/main" val="31153254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</TotalTime>
  <Words>415</Words>
  <Application>Microsoft Office PowerPoint</Application>
  <PresentationFormat>On-screen Show (4:3)</PresentationFormat>
  <Paragraphs>82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Andalus</vt:lpstr>
      <vt:lpstr>Arial</vt:lpstr>
      <vt:lpstr>Calibri</vt:lpstr>
      <vt:lpstr>Office Theme</vt:lpstr>
      <vt:lpstr>AI Solutions</vt:lpstr>
      <vt:lpstr> Strategic Overview</vt:lpstr>
      <vt:lpstr>Strategic Objectives</vt:lpstr>
      <vt:lpstr>Operating Model</vt:lpstr>
      <vt:lpstr>Finance Department</vt:lpstr>
      <vt:lpstr>Planning Department </vt:lpstr>
      <vt:lpstr>Design Department</vt:lpstr>
      <vt:lpstr>Execution  Department </vt:lpstr>
      <vt:lpstr>Supervisory AI</vt:lpstr>
      <vt:lpstr>KPIs</vt:lpstr>
      <vt:lpstr>- Digital Transformation  Initiatives مبادرات التحول الرقمي        - Some platforms and  systems بعض المنصات والأنظمة  </vt:lpstr>
      <vt:lpstr>- Digital Transformation  Initiatives مبادرات التحول الرقمي        - Some platforms and  systems بعض المنصات والأنظمة 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User</dc:creator>
  <cp:keywords/>
  <dc:description>generated using python-pptx</dc:description>
  <cp:lastModifiedBy>Sami Alshammari</cp:lastModifiedBy>
  <cp:revision>2</cp:revision>
  <dcterms:created xsi:type="dcterms:W3CDTF">2013-01-27T09:14:16Z</dcterms:created>
  <dcterms:modified xsi:type="dcterms:W3CDTF">2026-01-11T10:05:20Z</dcterms:modified>
  <cp:category/>
</cp:coreProperties>
</file>