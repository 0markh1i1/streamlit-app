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71" r:id="rId7"/>
    <p:sldId id="272" r:id="rId8"/>
    <p:sldId id="273" r:id="rId9"/>
    <p:sldId id="274" r:id="rId10"/>
    <p:sldId id="275" r:id="rId11"/>
    <p:sldId id="276" r:id="rId12"/>
    <p:sldId id="27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47AFA0-CB49-4F89-83AE-4C6B30DD508D}" v="120" dt="2026-01-11T10:05:11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67" y="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i Alshammari" userId="4f974268-3c7f-4197-a98a-371198480936" providerId="ADAL" clId="{5E71A105-2FD3-4CB5-93C1-7E936E5CFD91}"/>
    <pc:docChg chg="undo custSel addSld delSld modSld">
      <pc:chgData name="Sami Alshammari" userId="4f974268-3c7f-4197-a98a-371198480936" providerId="ADAL" clId="{5E71A105-2FD3-4CB5-93C1-7E936E5CFD91}" dt="2026-01-11T10:05:11.761" v="913"/>
      <pc:docMkLst>
        <pc:docMk/>
      </pc:docMkLst>
      <pc:sldChg chg="addSp delSp modSp mod setBg">
        <pc:chgData name="Sami Alshammari" userId="4f974268-3c7f-4197-a98a-371198480936" providerId="ADAL" clId="{5E71A105-2FD3-4CB5-93C1-7E936E5CFD91}" dt="2026-01-11T08:26:12.044" v="220" actId="14100"/>
        <pc:sldMkLst>
          <pc:docMk/>
          <pc:sldMk cId="0" sldId="256"/>
        </pc:sldMkLst>
        <pc:spChg chg="mod">
          <ac:chgData name="Sami Alshammari" userId="4f974268-3c7f-4197-a98a-371198480936" providerId="ADAL" clId="{5E71A105-2FD3-4CB5-93C1-7E936E5CFD91}" dt="2026-01-11T08:21:33.704" v="164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mi Alshammari" userId="4f974268-3c7f-4197-a98a-371198480936" providerId="ADAL" clId="{5E71A105-2FD3-4CB5-93C1-7E936E5CFD91}" dt="2026-01-11T08:25:54.104" v="216" actId="1076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Sami Alshammari" userId="4f974268-3c7f-4197-a98a-371198480936" providerId="ADAL" clId="{5E71A105-2FD3-4CB5-93C1-7E936E5CFD91}" dt="2026-01-11T08:25:09.387" v="207"/>
          <ac:spMkLst>
            <pc:docMk/>
            <pc:sldMk cId="0" sldId="256"/>
            <ac:spMk id="8" creationId="{8BEAB673-1B3F-4719-4685-834776BE9133}"/>
          </ac:spMkLst>
        </pc:spChg>
        <pc:spChg chg="add">
          <ac:chgData name="Sami Alshammari" userId="4f974268-3c7f-4197-a98a-371198480936" providerId="ADAL" clId="{5E71A105-2FD3-4CB5-93C1-7E936E5CFD91}" dt="2026-01-11T08:20:53.571" v="149" actId="26606"/>
          <ac:spMkLst>
            <pc:docMk/>
            <pc:sldMk cId="0" sldId="256"/>
            <ac:spMk id="11" creationId="{A134706B-150F-487B-B4FB-34C10219C72F}"/>
          </ac:spMkLst>
        </pc:spChg>
        <pc:spChg chg="add">
          <ac:chgData name="Sami Alshammari" userId="4f974268-3c7f-4197-a98a-371198480936" providerId="ADAL" clId="{5E71A105-2FD3-4CB5-93C1-7E936E5CFD91}" dt="2026-01-11T08:20:53.571" v="149" actId="26606"/>
          <ac:spMkLst>
            <pc:docMk/>
            <pc:sldMk cId="0" sldId="256"/>
            <ac:spMk id="13" creationId="{25FD23E7-C75D-4AFA-A4D4-BE5558110941}"/>
          </ac:spMkLst>
        </pc:spChg>
        <pc:spChg chg="add">
          <ac:chgData name="Sami Alshammari" userId="4f974268-3c7f-4197-a98a-371198480936" providerId="ADAL" clId="{5E71A105-2FD3-4CB5-93C1-7E936E5CFD91}" dt="2026-01-11T08:20:53.571" v="149" actId="26606"/>
          <ac:spMkLst>
            <pc:docMk/>
            <pc:sldMk cId="0" sldId="256"/>
            <ac:spMk id="15" creationId="{D6705569-F545-4F47-A260-A9202826EA20}"/>
          </ac:spMkLst>
        </pc:spChg>
        <pc:picChg chg="mod">
          <ac:chgData name="Sami Alshammari" userId="4f974268-3c7f-4197-a98a-371198480936" providerId="ADAL" clId="{5E71A105-2FD3-4CB5-93C1-7E936E5CFD91}" dt="2026-01-11T08:26:12.044" v="220" actId="14100"/>
          <ac:picMkLst>
            <pc:docMk/>
            <pc:sldMk cId="0" sldId="256"/>
            <ac:picMk id="4" creationId="{00000000-0000-0000-0000-000000000000}"/>
          </ac:picMkLst>
        </pc:picChg>
        <pc:picChg chg="add mod">
          <ac:chgData name="Sami Alshammari" userId="4f974268-3c7f-4197-a98a-371198480936" providerId="ADAL" clId="{5E71A105-2FD3-4CB5-93C1-7E936E5CFD91}" dt="2026-01-11T08:19:27.665" v="137"/>
          <ac:picMkLst>
            <pc:docMk/>
            <pc:sldMk cId="0" sldId="256"/>
            <ac:picMk id="5" creationId="{BC651D2B-7A05-183A-229F-861D16D9744E}"/>
          </ac:picMkLst>
        </pc:picChg>
        <pc:picChg chg="add mod">
          <ac:chgData name="Sami Alshammari" userId="4f974268-3c7f-4197-a98a-371198480936" providerId="ADAL" clId="{5E71A105-2FD3-4CB5-93C1-7E936E5CFD91}" dt="2026-01-11T08:20:24.655" v="146" actId="1440"/>
          <ac:picMkLst>
            <pc:docMk/>
            <pc:sldMk cId="0" sldId="256"/>
            <ac:picMk id="6" creationId="{DFA8A2A2-ED3A-EE36-2F85-0C032EACC60B}"/>
          </ac:picMkLst>
        </pc:picChg>
      </pc:sldChg>
      <pc:sldChg chg="addSp delSp modSp mod setBg">
        <pc:chgData name="Sami Alshammari" userId="4f974268-3c7f-4197-a98a-371198480936" providerId="ADAL" clId="{5E71A105-2FD3-4CB5-93C1-7E936E5CFD91}" dt="2026-01-11T08:32:59.938" v="291" actId="404"/>
        <pc:sldMkLst>
          <pc:docMk/>
          <pc:sldMk cId="0" sldId="257"/>
        </pc:sldMkLst>
        <pc:spChg chg="mod">
          <ac:chgData name="Sami Alshammari" userId="4f974268-3c7f-4197-a98a-371198480936" providerId="ADAL" clId="{5E71A105-2FD3-4CB5-93C1-7E936E5CFD91}" dt="2026-01-11T08:29:37.134" v="248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Sami Alshammari" userId="4f974268-3c7f-4197-a98a-371198480936" providerId="ADAL" clId="{5E71A105-2FD3-4CB5-93C1-7E936E5CFD91}" dt="2026-01-11T08:29:50.449" v="249" actId="478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Sami Alshammari" userId="4f974268-3c7f-4197-a98a-371198480936" providerId="ADAL" clId="{5E71A105-2FD3-4CB5-93C1-7E936E5CFD91}" dt="2026-01-11T08:32:59.938" v="291" actId="404"/>
          <ac:spMkLst>
            <pc:docMk/>
            <pc:sldMk cId="0" sldId="257"/>
            <ac:spMk id="7" creationId="{A70A8A2A-DDE3-93A3-E8B1-801C8DBFC36F}"/>
          </ac:spMkLst>
        </pc:spChg>
        <pc:spChg chg="add del">
          <ac:chgData name="Sami Alshammari" userId="4f974268-3c7f-4197-a98a-371198480936" providerId="ADAL" clId="{5E71A105-2FD3-4CB5-93C1-7E936E5CFD91}" dt="2026-01-11T08:29:37.134" v="248" actId="26606"/>
          <ac:spMkLst>
            <pc:docMk/>
            <pc:sldMk cId="0" sldId="257"/>
            <ac:spMk id="14" creationId="{5D7F64A8-D625-4F61-A290-B499BB62ACFF}"/>
          </ac:spMkLst>
        </pc:spChg>
        <pc:spChg chg="add">
          <ac:chgData name="Sami Alshammari" userId="4f974268-3c7f-4197-a98a-371198480936" providerId="ADAL" clId="{5E71A105-2FD3-4CB5-93C1-7E936E5CFD91}" dt="2026-01-11T08:29:37.134" v="248" actId="26606"/>
          <ac:spMkLst>
            <pc:docMk/>
            <pc:sldMk cId="0" sldId="257"/>
            <ac:spMk id="19" creationId="{85F55C16-BC21-49EF-A4FF-C3155BB93BD3}"/>
          </ac:spMkLst>
        </pc:spChg>
        <pc:spChg chg="add">
          <ac:chgData name="Sami Alshammari" userId="4f974268-3c7f-4197-a98a-371198480936" providerId="ADAL" clId="{5E71A105-2FD3-4CB5-93C1-7E936E5CFD91}" dt="2026-01-11T08:29:37.134" v="248" actId="26606"/>
          <ac:spMkLst>
            <pc:docMk/>
            <pc:sldMk cId="0" sldId="257"/>
            <ac:spMk id="21" creationId="{0C5F069E-AFE6-4825-8945-46F2918A5019}"/>
          </ac:spMkLst>
        </pc:spChg>
        <pc:picChg chg="mod ord">
          <ac:chgData name="Sami Alshammari" userId="4f974268-3c7f-4197-a98a-371198480936" providerId="ADAL" clId="{5E71A105-2FD3-4CB5-93C1-7E936E5CFD91}" dt="2026-01-11T08:29:03.782" v="242" actId="26606"/>
          <ac:picMkLst>
            <pc:docMk/>
            <pc:sldMk cId="0" sldId="257"/>
            <ac:picMk id="3" creationId="{00000000-0000-0000-0000-000000000000}"/>
          </ac:picMkLst>
        </pc:picChg>
        <pc:picChg chg="add mod">
          <ac:chgData name="Sami Alshammari" userId="4f974268-3c7f-4197-a98a-371198480936" providerId="ADAL" clId="{5E71A105-2FD3-4CB5-93C1-7E936E5CFD91}" dt="2026-01-11T08:26:55.641" v="223"/>
          <ac:picMkLst>
            <pc:docMk/>
            <pc:sldMk cId="0" sldId="257"/>
            <ac:picMk id="5" creationId="{7AC2ABCD-41C9-0D84-7A84-8D16C499C2DF}"/>
          </ac:picMkLst>
        </pc:picChg>
        <pc:picChg chg="add mod">
          <ac:chgData name="Sami Alshammari" userId="4f974268-3c7f-4197-a98a-371198480936" providerId="ADAL" clId="{5E71A105-2FD3-4CB5-93C1-7E936E5CFD91}" dt="2026-01-11T08:30:06.210" v="253" actId="27957"/>
          <ac:picMkLst>
            <pc:docMk/>
            <pc:sldMk cId="0" sldId="257"/>
            <ac:picMk id="9" creationId="{AFE100FE-523B-D89E-8FB9-3DB74FE032AC}"/>
          </ac:picMkLst>
        </pc:picChg>
        <pc:picChg chg="add del">
          <ac:chgData name="Sami Alshammari" userId="4f974268-3c7f-4197-a98a-371198480936" providerId="ADAL" clId="{5E71A105-2FD3-4CB5-93C1-7E936E5CFD91}" dt="2026-01-11T08:29:37.134" v="248" actId="26606"/>
          <ac:picMkLst>
            <pc:docMk/>
            <pc:sldMk cId="0" sldId="257"/>
            <ac:picMk id="11" creationId="{57041CE4-568A-4755-863C-5E02698AE384}"/>
          </ac:picMkLst>
        </pc:picChg>
      </pc:sldChg>
      <pc:sldChg chg="modSp del mod">
        <pc:chgData name="Sami Alshammari" userId="4f974268-3c7f-4197-a98a-371198480936" providerId="ADAL" clId="{5E71A105-2FD3-4CB5-93C1-7E936E5CFD91}" dt="2026-01-11T08:34:00.973" v="294" actId="47"/>
        <pc:sldMkLst>
          <pc:docMk/>
          <pc:sldMk cId="0" sldId="258"/>
        </pc:sldMkLst>
        <pc:spChg chg="mod">
          <ac:chgData name="Sami Alshammari" userId="4f974268-3c7f-4197-a98a-371198480936" providerId="ADAL" clId="{5E71A105-2FD3-4CB5-93C1-7E936E5CFD91}" dt="2026-01-11T06:38:24.559" v="8" actId="108"/>
          <ac:spMkLst>
            <pc:docMk/>
            <pc:sldMk cId="0" sldId="258"/>
            <ac:spMk id="4" creationId="{00000000-0000-0000-0000-000000000000}"/>
          </ac:spMkLst>
        </pc:spChg>
      </pc:sldChg>
      <pc:sldChg chg="modSp del mod">
        <pc:chgData name="Sami Alshammari" userId="4f974268-3c7f-4197-a98a-371198480936" providerId="ADAL" clId="{5E71A105-2FD3-4CB5-93C1-7E936E5CFD91}" dt="2026-01-11T08:37:03.536" v="331" actId="47"/>
        <pc:sldMkLst>
          <pc:docMk/>
          <pc:sldMk cId="0" sldId="259"/>
        </pc:sldMkLst>
        <pc:spChg chg="mod">
          <ac:chgData name="Sami Alshammari" userId="4f974268-3c7f-4197-a98a-371198480936" providerId="ADAL" clId="{5E71A105-2FD3-4CB5-93C1-7E936E5CFD91}" dt="2026-01-11T06:38:50.763" v="17" actId="404"/>
          <ac:spMkLst>
            <pc:docMk/>
            <pc:sldMk cId="0" sldId="259"/>
            <ac:spMk id="4" creationId="{00000000-0000-0000-0000-000000000000}"/>
          </ac:spMkLst>
        </pc:spChg>
      </pc:sldChg>
      <pc:sldChg chg="modSp del mod">
        <pc:chgData name="Sami Alshammari" userId="4f974268-3c7f-4197-a98a-371198480936" providerId="ADAL" clId="{5E71A105-2FD3-4CB5-93C1-7E936E5CFD91}" dt="2026-01-11T08:43:08.770" v="386" actId="47"/>
        <pc:sldMkLst>
          <pc:docMk/>
          <pc:sldMk cId="0" sldId="260"/>
        </pc:sldMkLst>
        <pc:spChg chg="mod">
          <ac:chgData name="Sami Alshammari" userId="4f974268-3c7f-4197-a98a-371198480936" providerId="ADAL" clId="{5E71A105-2FD3-4CB5-93C1-7E936E5CFD91}" dt="2026-01-11T06:39:19.627" v="23" actId="403"/>
          <ac:spMkLst>
            <pc:docMk/>
            <pc:sldMk cId="0" sldId="260"/>
            <ac:spMk id="4" creationId="{00000000-0000-0000-0000-000000000000}"/>
          </ac:spMkLst>
        </pc:spChg>
      </pc:sldChg>
      <pc:sldChg chg="modSp del mod">
        <pc:chgData name="Sami Alshammari" userId="4f974268-3c7f-4197-a98a-371198480936" providerId="ADAL" clId="{5E71A105-2FD3-4CB5-93C1-7E936E5CFD91}" dt="2026-01-11T08:57:49.627" v="527" actId="47"/>
        <pc:sldMkLst>
          <pc:docMk/>
          <pc:sldMk cId="0" sldId="261"/>
        </pc:sldMkLst>
        <pc:spChg chg="mod">
          <ac:chgData name="Sami Alshammari" userId="4f974268-3c7f-4197-a98a-371198480936" providerId="ADAL" clId="{5E71A105-2FD3-4CB5-93C1-7E936E5CFD91}" dt="2026-01-11T06:39:40.470" v="29" actId="121"/>
          <ac:spMkLst>
            <pc:docMk/>
            <pc:sldMk cId="0" sldId="261"/>
            <ac:spMk id="4" creationId="{00000000-0000-0000-0000-000000000000}"/>
          </ac:spMkLst>
        </pc:spChg>
      </pc:sldChg>
      <pc:sldChg chg="modSp del mod">
        <pc:chgData name="Sami Alshammari" userId="4f974268-3c7f-4197-a98a-371198480936" providerId="ADAL" clId="{5E71A105-2FD3-4CB5-93C1-7E936E5CFD91}" dt="2026-01-11T08:57:48.718" v="526" actId="47"/>
        <pc:sldMkLst>
          <pc:docMk/>
          <pc:sldMk cId="0" sldId="262"/>
        </pc:sldMkLst>
        <pc:spChg chg="mod">
          <ac:chgData name="Sami Alshammari" userId="4f974268-3c7f-4197-a98a-371198480936" providerId="ADAL" clId="{5E71A105-2FD3-4CB5-93C1-7E936E5CFD91}" dt="2026-01-11T06:40:10.513" v="39" actId="404"/>
          <ac:spMkLst>
            <pc:docMk/>
            <pc:sldMk cId="0" sldId="262"/>
            <ac:spMk id="4" creationId="{00000000-0000-0000-0000-000000000000}"/>
          </ac:spMkLst>
        </pc:spChg>
      </pc:sldChg>
      <pc:sldChg chg="modSp del mod">
        <pc:chgData name="Sami Alshammari" userId="4f974268-3c7f-4197-a98a-371198480936" providerId="ADAL" clId="{5E71A105-2FD3-4CB5-93C1-7E936E5CFD91}" dt="2026-01-11T08:57:45.035" v="522" actId="47"/>
        <pc:sldMkLst>
          <pc:docMk/>
          <pc:sldMk cId="0" sldId="263"/>
        </pc:sldMkLst>
        <pc:spChg chg="mod">
          <ac:chgData name="Sami Alshammari" userId="4f974268-3c7f-4197-a98a-371198480936" providerId="ADAL" clId="{5E71A105-2FD3-4CB5-93C1-7E936E5CFD91}" dt="2026-01-11T06:40:41.619" v="46" actId="403"/>
          <ac:spMkLst>
            <pc:docMk/>
            <pc:sldMk cId="0" sldId="263"/>
            <ac:spMk id="4" creationId="{00000000-0000-0000-0000-000000000000}"/>
          </ac:spMkLst>
        </pc:spChg>
      </pc:sldChg>
      <pc:sldChg chg="modSp del mod">
        <pc:chgData name="Sami Alshammari" userId="4f974268-3c7f-4197-a98a-371198480936" providerId="ADAL" clId="{5E71A105-2FD3-4CB5-93C1-7E936E5CFD91}" dt="2026-01-11T08:57:45.214" v="523" actId="47"/>
        <pc:sldMkLst>
          <pc:docMk/>
          <pc:sldMk cId="0" sldId="264"/>
        </pc:sldMkLst>
        <pc:spChg chg="mod">
          <ac:chgData name="Sami Alshammari" userId="4f974268-3c7f-4197-a98a-371198480936" providerId="ADAL" clId="{5E71A105-2FD3-4CB5-93C1-7E936E5CFD91}" dt="2026-01-11T06:40:55.344" v="50" actId="403"/>
          <ac:spMkLst>
            <pc:docMk/>
            <pc:sldMk cId="0" sldId="264"/>
            <ac:spMk id="4" creationId="{00000000-0000-0000-0000-000000000000}"/>
          </ac:spMkLst>
        </pc:spChg>
      </pc:sldChg>
      <pc:sldChg chg="modSp del mod">
        <pc:chgData name="Sami Alshammari" userId="4f974268-3c7f-4197-a98a-371198480936" providerId="ADAL" clId="{5E71A105-2FD3-4CB5-93C1-7E936E5CFD91}" dt="2026-01-11T08:57:47.307" v="524" actId="47"/>
        <pc:sldMkLst>
          <pc:docMk/>
          <pc:sldMk cId="0" sldId="265"/>
        </pc:sldMkLst>
        <pc:spChg chg="mod">
          <ac:chgData name="Sami Alshammari" userId="4f974268-3c7f-4197-a98a-371198480936" providerId="ADAL" clId="{5E71A105-2FD3-4CB5-93C1-7E936E5CFD91}" dt="2026-01-11T06:41:10.200" v="56" actId="12"/>
          <ac:spMkLst>
            <pc:docMk/>
            <pc:sldMk cId="0" sldId="265"/>
            <ac:spMk id="4" creationId="{00000000-0000-0000-0000-000000000000}"/>
          </ac:spMkLst>
        </pc:spChg>
      </pc:sldChg>
      <pc:sldChg chg="modSp del mod">
        <pc:chgData name="Sami Alshammari" userId="4f974268-3c7f-4197-a98a-371198480936" providerId="ADAL" clId="{5E71A105-2FD3-4CB5-93C1-7E936E5CFD91}" dt="2026-01-11T08:57:48.216" v="525" actId="47"/>
        <pc:sldMkLst>
          <pc:docMk/>
          <pc:sldMk cId="0" sldId="266"/>
        </pc:sldMkLst>
        <pc:spChg chg="mod">
          <ac:chgData name="Sami Alshammari" userId="4f974268-3c7f-4197-a98a-371198480936" providerId="ADAL" clId="{5E71A105-2FD3-4CB5-93C1-7E936E5CFD91}" dt="2026-01-11T06:41:38.879" v="70" actId="121"/>
          <ac:spMkLst>
            <pc:docMk/>
            <pc:sldMk cId="0" sldId="266"/>
            <ac:spMk id="4" creationId="{00000000-0000-0000-0000-000000000000}"/>
          </ac:spMkLst>
        </pc:spChg>
      </pc:sldChg>
      <pc:sldChg chg="delSp add del setBg delDesignElem">
        <pc:chgData name="Sami Alshammari" userId="4f974268-3c7f-4197-a98a-371198480936" providerId="ADAL" clId="{5E71A105-2FD3-4CB5-93C1-7E936E5CFD91}" dt="2026-01-11T08:19:25.193" v="136" actId="47"/>
        <pc:sldMkLst>
          <pc:docMk/>
          <pc:sldMk cId="0" sldId="267"/>
        </pc:sldMkLst>
        <pc:spChg chg="del">
          <ac:chgData name="Sami Alshammari" userId="4f974268-3c7f-4197-a98a-371198480936" providerId="ADAL" clId="{5E71A105-2FD3-4CB5-93C1-7E936E5CFD91}" dt="2026-01-11T08:19:18.067" v="135"/>
          <ac:spMkLst>
            <pc:docMk/>
            <pc:sldMk cId="0" sldId="267"/>
            <ac:spMk id="32" creationId="{F8446B12-7391-4711-8B31-112A0B896C76}"/>
          </ac:spMkLst>
        </pc:spChg>
        <pc:grpChg chg="del">
          <ac:chgData name="Sami Alshammari" userId="4f974268-3c7f-4197-a98a-371198480936" providerId="ADAL" clId="{5E71A105-2FD3-4CB5-93C1-7E936E5CFD91}" dt="2026-01-11T08:19:18.067" v="135"/>
          <ac:grpSpMkLst>
            <pc:docMk/>
            <pc:sldMk cId="0" sldId="267"/>
            <ac:grpSpMk id="34" creationId="{AC0B7807-0C83-4963-821A-69B172722E49}"/>
          </ac:grpSpMkLst>
        </pc:grpChg>
      </pc:sldChg>
      <pc:sldChg chg="delSp modSp add mod setBg delDesignElem">
        <pc:chgData name="Sami Alshammari" userId="4f974268-3c7f-4197-a98a-371198480936" providerId="ADAL" clId="{5E71A105-2FD3-4CB5-93C1-7E936E5CFD91}" dt="2026-01-11T08:36:39.796" v="329" actId="207"/>
        <pc:sldMkLst>
          <pc:docMk/>
          <pc:sldMk cId="1736140633" sldId="267"/>
        </pc:sldMkLst>
        <pc:spChg chg="mod">
          <ac:chgData name="Sami Alshammari" userId="4f974268-3c7f-4197-a98a-371198480936" providerId="ADAL" clId="{5E71A105-2FD3-4CB5-93C1-7E936E5CFD91}" dt="2026-01-11T08:36:21.268" v="327" actId="1076"/>
          <ac:spMkLst>
            <pc:docMk/>
            <pc:sldMk cId="1736140633" sldId="267"/>
            <ac:spMk id="2" creationId="{E4F144C9-067F-3B37-1AA8-AF49A6DC8731}"/>
          </ac:spMkLst>
        </pc:spChg>
        <pc:spChg chg="mod">
          <ac:chgData name="Sami Alshammari" userId="4f974268-3c7f-4197-a98a-371198480936" providerId="ADAL" clId="{5E71A105-2FD3-4CB5-93C1-7E936E5CFD91}" dt="2026-01-11T08:36:16.719" v="326" actId="1076"/>
          <ac:spMkLst>
            <pc:docMk/>
            <pc:sldMk cId="1736140633" sldId="267"/>
            <ac:spMk id="7" creationId="{BC4F450A-6224-1002-0377-2DEA3CC809BE}"/>
          </ac:spMkLst>
        </pc:spChg>
        <pc:spChg chg="del">
          <ac:chgData name="Sami Alshammari" userId="4f974268-3c7f-4197-a98a-371198480936" providerId="ADAL" clId="{5E71A105-2FD3-4CB5-93C1-7E936E5CFD91}" dt="2026-01-11T08:33:58.437" v="293"/>
          <ac:spMkLst>
            <pc:docMk/>
            <pc:sldMk cId="1736140633" sldId="267"/>
            <ac:spMk id="19" creationId="{AEE5C31B-A79C-11E9-4629-12AB0B86B1E1}"/>
          </ac:spMkLst>
        </pc:spChg>
        <pc:spChg chg="del">
          <ac:chgData name="Sami Alshammari" userId="4f974268-3c7f-4197-a98a-371198480936" providerId="ADAL" clId="{5E71A105-2FD3-4CB5-93C1-7E936E5CFD91}" dt="2026-01-11T08:33:58.437" v="293"/>
          <ac:spMkLst>
            <pc:docMk/>
            <pc:sldMk cId="1736140633" sldId="267"/>
            <ac:spMk id="21" creationId="{84F99364-BF56-4B85-DB63-BC72BA323DD1}"/>
          </ac:spMkLst>
        </pc:spChg>
        <pc:picChg chg="mod">
          <ac:chgData name="Sami Alshammari" userId="4f974268-3c7f-4197-a98a-371198480936" providerId="ADAL" clId="{5E71A105-2FD3-4CB5-93C1-7E936E5CFD91}" dt="2026-01-11T08:36:39.796" v="329" actId="207"/>
          <ac:picMkLst>
            <pc:docMk/>
            <pc:sldMk cId="1736140633" sldId="267"/>
            <ac:picMk id="9" creationId="{686AB914-0C0D-0346-C529-70271F30FD88}"/>
          </ac:picMkLst>
        </pc:picChg>
      </pc:sldChg>
      <pc:sldChg chg="addSp delSp modSp add mod setBg">
        <pc:chgData name="Sami Alshammari" userId="4f974268-3c7f-4197-a98a-371198480936" providerId="ADAL" clId="{5E71A105-2FD3-4CB5-93C1-7E936E5CFD91}" dt="2026-01-11T08:52:57.430" v="454" actId="5793"/>
        <pc:sldMkLst>
          <pc:docMk/>
          <pc:sldMk cId="1298271204" sldId="268"/>
        </pc:sldMkLst>
        <pc:spChg chg="mod">
          <ac:chgData name="Sami Alshammari" userId="4f974268-3c7f-4197-a98a-371198480936" providerId="ADAL" clId="{5E71A105-2FD3-4CB5-93C1-7E936E5CFD91}" dt="2026-01-11T08:42:09.856" v="383" actId="26606"/>
          <ac:spMkLst>
            <pc:docMk/>
            <pc:sldMk cId="1298271204" sldId="268"/>
            <ac:spMk id="2" creationId="{C32512F0-B9AC-37F6-E8BB-3D62CFB64983}"/>
          </ac:spMkLst>
        </pc:spChg>
        <pc:spChg chg="add del mod">
          <ac:chgData name="Sami Alshammari" userId="4f974268-3c7f-4197-a98a-371198480936" providerId="ADAL" clId="{5E71A105-2FD3-4CB5-93C1-7E936E5CFD91}" dt="2026-01-11T08:42:09.856" v="383" actId="26606"/>
          <ac:spMkLst>
            <pc:docMk/>
            <pc:sldMk cId="1298271204" sldId="268"/>
            <ac:spMk id="7" creationId="{B2B8709A-2399-A52F-8EEF-D155C967E475}"/>
          </ac:spMkLst>
        </pc:spChg>
        <pc:spChg chg="add">
          <ac:chgData name="Sami Alshammari" userId="4f974268-3c7f-4197-a98a-371198480936" providerId="ADAL" clId="{5E71A105-2FD3-4CB5-93C1-7E936E5CFD91}" dt="2026-01-11T08:42:09.856" v="383" actId="26606"/>
          <ac:spMkLst>
            <pc:docMk/>
            <pc:sldMk cId="1298271204" sldId="268"/>
            <ac:spMk id="12" creationId="{777A147A-9ED8-46B4-8660-1B3C2AA880B5}"/>
          </ac:spMkLst>
        </pc:spChg>
        <pc:spChg chg="add mod">
          <ac:chgData name="Sami Alshammari" userId="4f974268-3c7f-4197-a98a-371198480936" providerId="ADAL" clId="{5E71A105-2FD3-4CB5-93C1-7E936E5CFD91}" dt="2026-01-11T08:52:57.430" v="454" actId="5793"/>
          <ac:spMkLst>
            <pc:docMk/>
            <pc:sldMk cId="1298271204" sldId="268"/>
            <ac:spMk id="13" creationId="{B2B8709A-2399-A52F-8EEF-D155C967E475}"/>
          </ac:spMkLst>
        </pc:spChg>
        <pc:spChg chg="add">
          <ac:chgData name="Sami Alshammari" userId="4f974268-3c7f-4197-a98a-371198480936" providerId="ADAL" clId="{5E71A105-2FD3-4CB5-93C1-7E936E5CFD91}" dt="2026-01-11T08:42:09.856" v="383" actId="26606"/>
          <ac:spMkLst>
            <pc:docMk/>
            <pc:sldMk cId="1298271204" sldId="268"/>
            <ac:spMk id="14" creationId="{5D6C15A0-C087-4593-8414-2B4EC1CDC3DE}"/>
          </ac:spMkLst>
        </pc:spChg>
        <pc:graphicFrameChg chg="add del">
          <ac:chgData name="Sami Alshammari" userId="4f974268-3c7f-4197-a98a-371198480936" providerId="ADAL" clId="{5E71A105-2FD3-4CB5-93C1-7E936E5CFD91}" dt="2026-01-11T08:42:09.839" v="382" actId="26606"/>
          <ac:graphicFrameMkLst>
            <pc:docMk/>
            <pc:sldMk cId="1298271204" sldId="268"/>
            <ac:graphicFrameMk id="10" creationId="{9D7ECFEC-67ED-AF08-E5F8-7EE012B79B41}"/>
          </ac:graphicFrameMkLst>
        </pc:graphicFrameChg>
        <pc:picChg chg="del">
          <ac:chgData name="Sami Alshammari" userId="4f974268-3c7f-4197-a98a-371198480936" providerId="ADAL" clId="{5E71A105-2FD3-4CB5-93C1-7E936E5CFD91}" dt="2026-01-11T08:41:11.103" v="380" actId="478"/>
          <ac:picMkLst>
            <pc:docMk/>
            <pc:sldMk cId="1298271204" sldId="268"/>
            <ac:picMk id="9" creationId="{C311DB65-4784-F497-CAE6-567A000C5D65}"/>
          </ac:picMkLst>
        </pc:picChg>
      </pc:sldChg>
      <pc:sldChg chg="addSp delSp modSp add mod setBg delDesignElem">
        <pc:chgData name="Sami Alshammari" userId="4f974268-3c7f-4197-a98a-371198480936" providerId="ADAL" clId="{5E71A105-2FD3-4CB5-93C1-7E936E5CFD91}" dt="2026-01-11T08:52:36.612" v="451" actId="5793"/>
        <pc:sldMkLst>
          <pc:docMk/>
          <pc:sldMk cId="2285830609" sldId="269"/>
        </pc:sldMkLst>
        <pc:spChg chg="mod">
          <ac:chgData name="Sami Alshammari" userId="4f974268-3c7f-4197-a98a-371198480936" providerId="ADAL" clId="{5E71A105-2FD3-4CB5-93C1-7E936E5CFD91}" dt="2026-01-11T08:50:23.319" v="443" actId="26606"/>
          <ac:spMkLst>
            <pc:docMk/>
            <pc:sldMk cId="2285830609" sldId="269"/>
            <ac:spMk id="2" creationId="{27346F2A-8AEA-173E-84FD-EC8577F846BD}"/>
          </ac:spMkLst>
        </pc:spChg>
        <pc:spChg chg="del">
          <ac:chgData name="Sami Alshammari" userId="4f974268-3c7f-4197-a98a-371198480936" providerId="ADAL" clId="{5E71A105-2FD3-4CB5-93C1-7E936E5CFD91}" dt="2026-01-11T08:43:06.791" v="385"/>
          <ac:spMkLst>
            <pc:docMk/>
            <pc:sldMk cId="2285830609" sldId="269"/>
            <ac:spMk id="12" creationId="{B6C5C426-BAAA-6C91-781D-EF7ADB72FA0F}"/>
          </ac:spMkLst>
        </pc:spChg>
        <pc:spChg chg="add del mod">
          <ac:chgData name="Sami Alshammari" userId="4f974268-3c7f-4197-a98a-371198480936" providerId="ADAL" clId="{5E71A105-2FD3-4CB5-93C1-7E936E5CFD91}" dt="2026-01-11T08:52:36.612" v="451" actId="5793"/>
          <ac:spMkLst>
            <pc:docMk/>
            <pc:sldMk cId="2285830609" sldId="269"/>
            <ac:spMk id="13" creationId="{ED2DF642-6DEF-1EE3-B33B-48473DF1AA60}"/>
          </ac:spMkLst>
        </pc:spChg>
        <pc:spChg chg="del">
          <ac:chgData name="Sami Alshammari" userId="4f974268-3c7f-4197-a98a-371198480936" providerId="ADAL" clId="{5E71A105-2FD3-4CB5-93C1-7E936E5CFD91}" dt="2026-01-11T08:43:06.791" v="385"/>
          <ac:spMkLst>
            <pc:docMk/>
            <pc:sldMk cId="2285830609" sldId="269"/>
            <ac:spMk id="14" creationId="{3C248C08-634B-5933-0F38-597F44D14C9D}"/>
          </ac:spMkLst>
        </pc:spChg>
        <pc:spChg chg="add">
          <ac:chgData name="Sami Alshammari" userId="4f974268-3c7f-4197-a98a-371198480936" providerId="ADAL" clId="{5E71A105-2FD3-4CB5-93C1-7E936E5CFD91}" dt="2026-01-11T08:50:23.319" v="443" actId="26606"/>
          <ac:spMkLst>
            <pc:docMk/>
            <pc:sldMk cId="2285830609" sldId="269"/>
            <ac:spMk id="18" creationId="{777A147A-9ED8-46B4-8660-1B3C2AA880B5}"/>
          </ac:spMkLst>
        </pc:spChg>
        <pc:spChg chg="add">
          <ac:chgData name="Sami Alshammari" userId="4f974268-3c7f-4197-a98a-371198480936" providerId="ADAL" clId="{5E71A105-2FD3-4CB5-93C1-7E936E5CFD91}" dt="2026-01-11T08:50:23.319" v="443" actId="26606"/>
          <ac:spMkLst>
            <pc:docMk/>
            <pc:sldMk cId="2285830609" sldId="269"/>
            <ac:spMk id="20" creationId="{5D6C15A0-C087-4593-8414-2B4EC1CDC3DE}"/>
          </ac:spMkLst>
        </pc:spChg>
        <pc:graphicFrameChg chg="add del mod">
          <ac:chgData name="Sami Alshammari" userId="4f974268-3c7f-4197-a98a-371198480936" providerId="ADAL" clId="{5E71A105-2FD3-4CB5-93C1-7E936E5CFD91}" dt="2026-01-11T08:49:13.592" v="429" actId="26606"/>
          <ac:graphicFrameMkLst>
            <pc:docMk/>
            <pc:sldMk cId="2285830609" sldId="269"/>
            <ac:graphicFrameMk id="15" creationId="{312636CD-7A8F-E886-B7AB-DCE4759DEB56}"/>
          </ac:graphicFrameMkLst>
        </pc:graphicFrameChg>
      </pc:sldChg>
      <pc:sldChg chg="delSp add del setBg delDesignElem">
        <pc:chgData name="Sami Alshammari" userId="4f974268-3c7f-4197-a98a-371198480936" providerId="ADAL" clId="{5E71A105-2FD3-4CB5-93C1-7E936E5CFD91}" dt="2026-01-11T08:52:17.922" v="446" actId="47"/>
        <pc:sldMkLst>
          <pc:docMk/>
          <pc:sldMk cId="3697705766" sldId="270"/>
        </pc:sldMkLst>
        <pc:spChg chg="del">
          <ac:chgData name="Sami Alshammari" userId="4f974268-3c7f-4197-a98a-371198480936" providerId="ADAL" clId="{5E71A105-2FD3-4CB5-93C1-7E936E5CFD91}" dt="2026-01-11T08:43:14.141" v="388"/>
          <ac:spMkLst>
            <pc:docMk/>
            <pc:sldMk cId="3697705766" sldId="270"/>
            <ac:spMk id="12" creationId="{E7AE5E6D-CB3C-9749-9B9F-E17CCDDDB533}"/>
          </ac:spMkLst>
        </pc:spChg>
        <pc:spChg chg="del">
          <ac:chgData name="Sami Alshammari" userId="4f974268-3c7f-4197-a98a-371198480936" providerId="ADAL" clId="{5E71A105-2FD3-4CB5-93C1-7E936E5CFD91}" dt="2026-01-11T08:43:14.141" v="388"/>
          <ac:spMkLst>
            <pc:docMk/>
            <pc:sldMk cId="3697705766" sldId="270"/>
            <ac:spMk id="14" creationId="{3C9AC421-D123-EF48-1102-D26C819F7564}"/>
          </ac:spMkLst>
        </pc:spChg>
      </pc:sldChg>
      <pc:sldChg chg="addSp delSp modSp add mod setBg delDesignElem">
        <pc:chgData name="Sami Alshammari" userId="4f974268-3c7f-4197-a98a-371198480936" providerId="ADAL" clId="{5E71A105-2FD3-4CB5-93C1-7E936E5CFD91}" dt="2026-01-11T08:57:34.851" v="521" actId="403"/>
        <pc:sldMkLst>
          <pc:docMk/>
          <pc:sldMk cId="3682724225" sldId="271"/>
        </pc:sldMkLst>
        <pc:spChg chg="mod">
          <ac:chgData name="Sami Alshammari" userId="4f974268-3c7f-4197-a98a-371198480936" providerId="ADAL" clId="{5E71A105-2FD3-4CB5-93C1-7E936E5CFD91}" dt="2026-01-11T08:56:45.893" v="506" actId="26606"/>
          <ac:spMkLst>
            <pc:docMk/>
            <pc:sldMk cId="3682724225" sldId="271"/>
            <ac:spMk id="2" creationId="{A55EBAD7-13EF-1EFD-7676-8A3FEA931EF8}"/>
          </ac:spMkLst>
        </pc:spChg>
        <pc:spChg chg="mod">
          <ac:chgData name="Sami Alshammari" userId="4f974268-3c7f-4197-a98a-371198480936" providerId="ADAL" clId="{5E71A105-2FD3-4CB5-93C1-7E936E5CFD91}" dt="2026-01-11T08:57:34.851" v="521" actId="403"/>
          <ac:spMkLst>
            <pc:docMk/>
            <pc:sldMk cId="3682724225" sldId="271"/>
            <ac:spMk id="13" creationId="{D55DCE04-9A66-3C80-1394-AE692DB4AFFA}"/>
          </ac:spMkLst>
        </pc:spChg>
        <pc:spChg chg="add">
          <ac:chgData name="Sami Alshammari" userId="4f974268-3c7f-4197-a98a-371198480936" providerId="ADAL" clId="{5E71A105-2FD3-4CB5-93C1-7E936E5CFD91}" dt="2026-01-11T08:56:45.893" v="506" actId="26606"/>
          <ac:spMkLst>
            <pc:docMk/>
            <pc:sldMk cId="3682724225" sldId="271"/>
            <ac:spMk id="15" creationId="{85F55C16-BC21-49EF-A4FF-C3155BB93BD3}"/>
          </ac:spMkLst>
        </pc:spChg>
        <pc:spChg chg="del">
          <ac:chgData name="Sami Alshammari" userId="4f974268-3c7f-4197-a98a-371198480936" providerId="ADAL" clId="{5E71A105-2FD3-4CB5-93C1-7E936E5CFD91}" dt="2026-01-11T08:51:59.244" v="445"/>
          <ac:spMkLst>
            <pc:docMk/>
            <pc:sldMk cId="3682724225" sldId="271"/>
            <ac:spMk id="18" creationId="{9FE1761B-BE5B-39B6-5119-F89CAFB1A001}"/>
          </ac:spMkLst>
        </pc:spChg>
        <pc:spChg chg="del">
          <ac:chgData name="Sami Alshammari" userId="4f974268-3c7f-4197-a98a-371198480936" providerId="ADAL" clId="{5E71A105-2FD3-4CB5-93C1-7E936E5CFD91}" dt="2026-01-11T08:51:59.244" v="445"/>
          <ac:spMkLst>
            <pc:docMk/>
            <pc:sldMk cId="3682724225" sldId="271"/>
            <ac:spMk id="20" creationId="{9939FAAD-4003-BF7C-FEBE-8B5873C31D1F}"/>
          </ac:spMkLst>
        </pc:spChg>
        <pc:spChg chg="add">
          <ac:chgData name="Sami Alshammari" userId="4f974268-3c7f-4197-a98a-371198480936" providerId="ADAL" clId="{5E71A105-2FD3-4CB5-93C1-7E936E5CFD91}" dt="2026-01-11T08:56:45.893" v="506" actId="26606"/>
          <ac:spMkLst>
            <pc:docMk/>
            <pc:sldMk cId="3682724225" sldId="271"/>
            <ac:spMk id="22" creationId="{0C5F069E-AFE6-4825-8945-46F2918A5019}"/>
          </ac:spMkLst>
        </pc:spChg>
        <pc:picChg chg="add mod">
          <ac:chgData name="Sami Alshammari" userId="4f974268-3c7f-4197-a98a-371198480936" providerId="ADAL" clId="{5E71A105-2FD3-4CB5-93C1-7E936E5CFD91}" dt="2026-01-11T08:57:04.972" v="509" actId="27957"/>
          <ac:picMkLst>
            <pc:docMk/>
            <pc:sldMk cId="3682724225" sldId="271"/>
            <ac:picMk id="17" creationId="{4CE7A12E-A57A-D643-9BAE-078A8CE2EA5F}"/>
          </ac:picMkLst>
        </pc:picChg>
      </pc:sldChg>
      <pc:sldChg chg="addSp delSp modSp add mod setBg delDesignElem">
        <pc:chgData name="Sami Alshammari" userId="4f974268-3c7f-4197-a98a-371198480936" providerId="ADAL" clId="{5E71A105-2FD3-4CB5-93C1-7E936E5CFD91}" dt="2026-01-11T09:06:06.822" v="584" actId="27636"/>
        <pc:sldMkLst>
          <pc:docMk/>
          <pc:sldMk cId="832904860" sldId="272"/>
        </pc:sldMkLst>
        <pc:spChg chg="mod">
          <ac:chgData name="Sami Alshammari" userId="4f974268-3c7f-4197-a98a-371198480936" providerId="ADAL" clId="{5E71A105-2FD3-4CB5-93C1-7E936E5CFD91}" dt="2026-01-11T09:05:30.836" v="571" actId="26606"/>
          <ac:spMkLst>
            <pc:docMk/>
            <pc:sldMk cId="832904860" sldId="272"/>
            <ac:spMk id="2" creationId="{5FD3BC65-01AA-34AB-5322-5A1DF5D9B62A}"/>
          </ac:spMkLst>
        </pc:spChg>
        <pc:spChg chg="mod">
          <ac:chgData name="Sami Alshammari" userId="4f974268-3c7f-4197-a98a-371198480936" providerId="ADAL" clId="{5E71A105-2FD3-4CB5-93C1-7E936E5CFD91}" dt="2026-01-11T09:06:06.822" v="584" actId="27636"/>
          <ac:spMkLst>
            <pc:docMk/>
            <pc:sldMk cId="832904860" sldId="272"/>
            <ac:spMk id="13" creationId="{F5DDDA02-0189-B21F-656D-031975EC740A}"/>
          </ac:spMkLst>
        </pc:spChg>
        <pc:spChg chg="del">
          <ac:chgData name="Sami Alshammari" userId="4f974268-3c7f-4197-a98a-371198480936" providerId="ADAL" clId="{5E71A105-2FD3-4CB5-93C1-7E936E5CFD91}" dt="2026-01-11T09:01:37.677" v="529"/>
          <ac:spMkLst>
            <pc:docMk/>
            <pc:sldMk cId="832904860" sldId="272"/>
            <ac:spMk id="15" creationId="{97907475-F273-F6CD-382D-9CC2257933F3}"/>
          </ac:spMkLst>
        </pc:spChg>
        <pc:spChg chg="add del">
          <ac:chgData name="Sami Alshammari" userId="4f974268-3c7f-4197-a98a-371198480936" providerId="ADAL" clId="{5E71A105-2FD3-4CB5-93C1-7E936E5CFD91}" dt="2026-01-11T09:05:30.836" v="571" actId="26606"/>
          <ac:spMkLst>
            <pc:docMk/>
            <pc:sldMk cId="832904860" sldId="272"/>
            <ac:spMk id="16" creationId="{7F488E8B-4E1E-4402-8935-D4E6C02615C7}"/>
          </ac:spMkLst>
        </pc:spChg>
        <pc:spChg chg="add del">
          <ac:chgData name="Sami Alshammari" userId="4f974268-3c7f-4197-a98a-371198480936" providerId="ADAL" clId="{5E71A105-2FD3-4CB5-93C1-7E936E5CFD91}" dt="2026-01-11T09:05:30.836" v="571" actId="26606"/>
          <ac:spMkLst>
            <pc:docMk/>
            <pc:sldMk cId="832904860" sldId="272"/>
            <ac:spMk id="18" creationId="{081EA652-8C6A-4E69-BEB9-170809474553}"/>
          </ac:spMkLst>
        </pc:spChg>
        <pc:spChg chg="add del">
          <ac:chgData name="Sami Alshammari" userId="4f974268-3c7f-4197-a98a-371198480936" providerId="ADAL" clId="{5E71A105-2FD3-4CB5-93C1-7E936E5CFD91}" dt="2026-01-11T09:05:30.836" v="571" actId="26606"/>
          <ac:spMkLst>
            <pc:docMk/>
            <pc:sldMk cId="832904860" sldId="272"/>
            <ac:spMk id="20" creationId="{5298780A-33B9-4EA2-8F67-DE68AD62841B}"/>
          </ac:spMkLst>
        </pc:spChg>
        <pc:spChg chg="del">
          <ac:chgData name="Sami Alshammari" userId="4f974268-3c7f-4197-a98a-371198480936" providerId="ADAL" clId="{5E71A105-2FD3-4CB5-93C1-7E936E5CFD91}" dt="2026-01-11T09:01:37.677" v="529"/>
          <ac:spMkLst>
            <pc:docMk/>
            <pc:sldMk cId="832904860" sldId="272"/>
            <ac:spMk id="22" creationId="{DD53D3BC-EA4A-C9FC-ADE9-FB2E5B8DBE10}"/>
          </ac:spMkLst>
        </pc:spChg>
        <pc:spChg chg="add">
          <ac:chgData name="Sami Alshammari" userId="4f974268-3c7f-4197-a98a-371198480936" providerId="ADAL" clId="{5E71A105-2FD3-4CB5-93C1-7E936E5CFD91}" dt="2026-01-11T09:05:30.836" v="571" actId="26606"/>
          <ac:spMkLst>
            <pc:docMk/>
            <pc:sldMk cId="832904860" sldId="272"/>
            <ac:spMk id="25" creationId="{43C823D3-D619-407C-89E0-C6F6B1E7A42A}"/>
          </ac:spMkLst>
        </pc:spChg>
        <pc:spChg chg="add">
          <ac:chgData name="Sami Alshammari" userId="4f974268-3c7f-4197-a98a-371198480936" providerId="ADAL" clId="{5E71A105-2FD3-4CB5-93C1-7E936E5CFD91}" dt="2026-01-11T09:05:30.836" v="571" actId="26606"/>
          <ac:spMkLst>
            <pc:docMk/>
            <pc:sldMk cId="832904860" sldId="272"/>
            <ac:spMk id="27" creationId="{047F8E3E-2FFA-4A0F-B3C7-E57ADDCFB415}"/>
          </ac:spMkLst>
        </pc:spChg>
        <pc:grpChg chg="add">
          <ac:chgData name="Sami Alshammari" userId="4f974268-3c7f-4197-a98a-371198480936" providerId="ADAL" clId="{5E71A105-2FD3-4CB5-93C1-7E936E5CFD91}" dt="2026-01-11T09:05:30.836" v="571" actId="26606"/>
          <ac:grpSpMkLst>
            <pc:docMk/>
            <pc:sldMk cId="832904860" sldId="272"/>
            <ac:grpSpMk id="29" creationId="{33D939F1-7ABE-4D0E-946A-43F37F556AFD}"/>
          </ac:grpSpMkLst>
        </pc:grpChg>
        <pc:grpChg chg="add">
          <ac:chgData name="Sami Alshammari" userId="4f974268-3c7f-4197-a98a-371198480936" providerId="ADAL" clId="{5E71A105-2FD3-4CB5-93C1-7E936E5CFD91}" dt="2026-01-11T09:05:30.836" v="571" actId="26606"/>
          <ac:grpSpMkLst>
            <pc:docMk/>
            <pc:sldMk cId="832904860" sldId="272"/>
            <ac:grpSpMk id="35" creationId="{9DB3963A-4187-4A72-9DA4-CA6BADE22931}"/>
          </ac:grpSpMkLst>
        </pc:grpChg>
        <pc:picChg chg="del">
          <ac:chgData name="Sami Alshammari" userId="4f974268-3c7f-4197-a98a-371198480936" providerId="ADAL" clId="{5E71A105-2FD3-4CB5-93C1-7E936E5CFD91}" dt="2026-01-11T09:05:06.107" v="566" actId="478"/>
          <ac:picMkLst>
            <pc:docMk/>
            <pc:sldMk cId="832904860" sldId="272"/>
            <ac:picMk id="17" creationId="{314F6664-D686-EA68-3D2F-609CD08A4816}"/>
          </ac:picMkLst>
        </pc:picChg>
      </pc:sldChg>
      <pc:sldChg chg="addSp delSp modSp add mod setBg delDesignElem">
        <pc:chgData name="Sami Alshammari" userId="4f974268-3c7f-4197-a98a-371198480936" providerId="ADAL" clId="{5E71A105-2FD3-4CB5-93C1-7E936E5CFD91}" dt="2026-01-11T09:09:09.284" v="640" actId="403"/>
        <pc:sldMkLst>
          <pc:docMk/>
          <pc:sldMk cId="2151849259" sldId="273"/>
        </pc:sldMkLst>
        <pc:spChg chg="mod">
          <ac:chgData name="Sami Alshammari" userId="4f974268-3c7f-4197-a98a-371198480936" providerId="ADAL" clId="{5E71A105-2FD3-4CB5-93C1-7E936E5CFD91}" dt="2026-01-11T09:08:57.642" v="636" actId="26606"/>
          <ac:spMkLst>
            <pc:docMk/>
            <pc:sldMk cId="2151849259" sldId="273"/>
            <ac:spMk id="2" creationId="{304CE7DF-6A98-5820-B2CC-C5993EEE8BED}"/>
          </ac:spMkLst>
        </pc:spChg>
        <pc:spChg chg="mod">
          <ac:chgData name="Sami Alshammari" userId="4f974268-3c7f-4197-a98a-371198480936" providerId="ADAL" clId="{5E71A105-2FD3-4CB5-93C1-7E936E5CFD91}" dt="2026-01-11T09:09:09.284" v="640" actId="403"/>
          <ac:spMkLst>
            <pc:docMk/>
            <pc:sldMk cId="2151849259" sldId="273"/>
            <ac:spMk id="13" creationId="{0B7AE23A-57D5-E44C-934C-F16257993922}"/>
          </ac:spMkLst>
        </pc:spChg>
        <pc:spChg chg="add del">
          <ac:chgData name="Sami Alshammari" userId="4f974268-3c7f-4197-a98a-371198480936" providerId="ADAL" clId="{5E71A105-2FD3-4CB5-93C1-7E936E5CFD91}" dt="2026-01-11T09:08:27.830" v="625" actId="26606"/>
          <ac:spMkLst>
            <pc:docMk/>
            <pc:sldMk cId="2151849259" sldId="273"/>
            <ac:spMk id="15" creationId="{D5B0017B-2ECA-49AF-B397-DC140825DF8D}"/>
          </ac:spMkLst>
        </pc:spChg>
        <pc:spChg chg="add del">
          <ac:chgData name="Sami Alshammari" userId="4f974268-3c7f-4197-a98a-371198480936" providerId="ADAL" clId="{5E71A105-2FD3-4CB5-93C1-7E936E5CFD91}" dt="2026-01-11T09:08:27.830" v="625" actId="26606"/>
          <ac:spMkLst>
            <pc:docMk/>
            <pc:sldMk cId="2151849259" sldId="273"/>
            <ac:spMk id="18" creationId="{B6CDA21F-E7AF-4C75-8395-33F58D5B0E45}"/>
          </ac:spMkLst>
        </pc:spChg>
        <pc:spChg chg="add del">
          <ac:chgData name="Sami Alshammari" userId="4f974268-3c7f-4197-a98a-371198480936" providerId="ADAL" clId="{5E71A105-2FD3-4CB5-93C1-7E936E5CFD91}" dt="2026-01-11T09:08:57.642" v="636" actId="26606"/>
          <ac:spMkLst>
            <pc:docMk/>
            <pc:sldMk cId="2151849259" sldId="273"/>
            <ac:spMk id="24" creationId="{CBC4F608-B4B8-48C3-9572-C0F061B1CD99}"/>
          </ac:spMkLst>
        </pc:spChg>
        <pc:spChg chg="del">
          <ac:chgData name="Sami Alshammari" userId="4f974268-3c7f-4197-a98a-371198480936" providerId="ADAL" clId="{5E71A105-2FD3-4CB5-93C1-7E936E5CFD91}" dt="2026-01-11T09:06:21.326" v="586"/>
          <ac:spMkLst>
            <pc:docMk/>
            <pc:sldMk cId="2151849259" sldId="273"/>
            <ac:spMk id="25" creationId="{6FC31D67-83E9-1BAD-A913-17F6876D1FE8}"/>
          </ac:spMkLst>
        </pc:spChg>
        <pc:spChg chg="add del">
          <ac:chgData name="Sami Alshammari" userId="4f974268-3c7f-4197-a98a-371198480936" providerId="ADAL" clId="{5E71A105-2FD3-4CB5-93C1-7E936E5CFD91}" dt="2026-01-11T09:08:57.642" v="636" actId="26606"/>
          <ac:spMkLst>
            <pc:docMk/>
            <pc:sldMk cId="2151849259" sldId="273"/>
            <ac:spMk id="26" creationId="{4DA718D0-4865-4629-8134-44F68D41D574}"/>
          </ac:spMkLst>
        </pc:spChg>
        <pc:spChg chg="del">
          <ac:chgData name="Sami Alshammari" userId="4f974268-3c7f-4197-a98a-371198480936" providerId="ADAL" clId="{5E71A105-2FD3-4CB5-93C1-7E936E5CFD91}" dt="2026-01-11T09:06:21.326" v="586"/>
          <ac:spMkLst>
            <pc:docMk/>
            <pc:sldMk cId="2151849259" sldId="273"/>
            <ac:spMk id="27" creationId="{C4BDC086-883F-36BD-EEA0-F73D54164366}"/>
          </ac:spMkLst>
        </pc:spChg>
        <pc:spChg chg="add">
          <ac:chgData name="Sami Alshammari" userId="4f974268-3c7f-4197-a98a-371198480936" providerId="ADAL" clId="{5E71A105-2FD3-4CB5-93C1-7E936E5CFD91}" dt="2026-01-11T09:08:57.642" v="636" actId="26606"/>
          <ac:spMkLst>
            <pc:docMk/>
            <pc:sldMk cId="2151849259" sldId="273"/>
            <ac:spMk id="36" creationId="{4DA718D0-4865-4629-8134-44F68D41D574}"/>
          </ac:spMkLst>
        </pc:spChg>
        <pc:spChg chg="add">
          <ac:chgData name="Sami Alshammari" userId="4f974268-3c7f-4197-a98a-371198480936" providerId="ADAL" clId="{5E71A105-2FD3-4CB5-93C1-7E936E5CFD91}" dt="2026-01-11T09:08:57.642" v="636" actId="26606"/>
          <ac:spMkLst>
            <pc:docMk/>
            <pc:sldMk cId="2151849259" sldId="273"/>
            <ac:spMk id="42" creationId="{CBC4F608-B4B8-48C3-9572-C0F061B1CD99}"/>
          </ac:spMkLst>
        </pc:spChg>
        <pc:grpChg chg="add del">
          <ac:chgData name="Sami Alshammari" userId="4f974268-3c7f-4197-a98a-371198480936" providerId="ADAL" clId="{5E71A105-2FD3-4CB5-93C1-7E936E5CFD91}" dt="2026-01-11T09:08:27.830" v="625" actId="26606"/>
          <ac:grpSpMkLst>
            <pc:docMk/>
            <pc:sldMk cId="2151849259" sldId="273"/>
            <ac:grpSpMk id="20" creationId="{AE1C45F0-260A-458C-96ED-C1F6D2151219}"/>
          </ac:grpSpMkLst>
        </pc:grpChg>
        <pc:grpChg chg="add del">
          <ac:chgData name="Sami Alshammari" userId="4f974268-3c7f-4197-a98a-371198480936" providerId="ADAL" clId="{5E71A105-2FD3-4CB5-93C1-7E936E5CFD91}" dt="2026-01-11T09:08:57.642" v="636" actId="26606"/>
          <ac:grpSpMkLst>
            <pc:docMk/>
            <pc:sldMk cId="2151849259" sldId="273"/>
            <ac:grpSpMk id="28" creationId="{65167ED7-6315-43AB-B1B6-C326D5FD8F84}"/>
          </ac:grpSpMkLst>
        </pc:grpChg>
        <pc:grpChg chg="del">
          <ac:chgData name="Sami Alshammari" userId="4f974268-3c7f-4197-a98a-371198480936" providerId="ADAL" clId="{5E71A105-2FD3-4CB5-93C1-7E936E5CFD91}" dt="2026-01-11T09:06:21.326" v="586"/>
          <ac:grpSpMkLst>
            <pc:docMk/>
            <pc:sldMk cId="2151849259" sldId="273"/>
            <ac:grpSpMk id="29" creationId="{1973F833-E560-4C0B-4E89-F8379D457D96}"/>
          </ac:grpSpMkLst>
        </pc:grpChg>
        <pc:grpChg chg="del">
          <ac:chgData name="Sami Alshammari" userId="4f974268-3c7f-4197-a98a-371198480936" providerId="ADAL" clId="{5E71A105-2FD3-4CB5-93C1-7E936E5CFD91}" dt="2026-01-11T09:06:21.326" v="586"/>
          <ac:grpSpMkLst>
            <pc:docMk/>
            <pc:sldMk cId="2151849259" sldId="273"/>
            <ac:grpSpMk id="35" creationId="{002DC4D3-023D-B7DD-D7D3-E6896030E411}"/>
          </ac:grpSpMkLst>
        </pc:grpChg>
        <pc:grpChg chg="add">
          <ac:chgData name="Sami Alshammari" userId="4f974268-3c7f-4197-a98a-371198480936" providerId="ADAL" clId="{5E71A105-2FD3-4CB5-93C1-7E936E5CFD91}" dt="2026-01-11T09:08:57.642" v="636" actId="26606"/>
          <ac:grpSpMkLst>
            <pc:docMk/>
            <pc:sldMk cId="2151849259" sldId="273"/>
            <ac:grpSpMk id="38" creationId="{65167ED7-6315-43AB-B1B6-C326D5FD8F84}"/>
          </ac:grpSpMkLst>
        </pc:grpChg>
        <pc:cxnChg chg="add del">
          <ac:chgData name="Sami Alshammari" userId="4f974268-3c7f-4197-a98a-371198480936" providerId="ADAL" clId="{5E71A105-2FD3-4CB5-93C1-7E936E5CFD91}" dt="2026-01-11T09:08:27.830" v="625" actId="26606"/>
          <ac:cxnSpMkLst>
            <pc:docMk/>
            <pc:sldMk cId="2151849259" sldId="273"/>
            <ac:cxnSpMk id="16" creationId="{6CF1BAF6-AD41-4082-B212-8A1F9A2E8779}"/>
          </ac:cxnSpMkLst>
        </pc:cxnChg>
      </pc:sldChg>
      <pc:sldChg chg="addSp delSp modSp add mod setBg delDesignElem">
        <pc:chgData name="Sami Alshammari" userId="4f974268-3c7f-4197-a98a-371198480936" providerId="ADAL" clId="{5E71A105-2FD3-4CB5-93C1-7E936E5CFD91}" dt="2026-01-11T09:12:40.140" v="681" actId="5793"/>
        <pc:sldMkLst>
          <pc:docMk/>
          <pc:sldMk cId="2338332355" sldId="274"/>
        </pc:sldMkLst>
        <pc:spChg chg="mod">
          <ac:chgData name="Sami Alshammari" userId="4f974268-3c7f-4197-a98a-371198480936" providerId="ADAL" clId="{5E71A105-2FD3-4CB5-93C1-7E936E5CFD91}" dt="2026-01-11T09:12:29.373" v="677" actId="26606"/>
          <ac:spMkLst>
            <pc:docMk/>
            <pc:sldMk cId="2338332355" sldId="274"/>
            <ac:spMk id="2" creationId="{7C03F389-D736-DD74-916E-E61E17120700}"/>
          </ac:spMkLst>
        </pc:spChg>
        <pc:spChg chg="mod">
          <ac:chgData name="Sami Alshammari" userId="4f974268-3c7f-4197-a98a-371198480936" providerId="ADAL" clId="{5E71A105-2FD3-4CB5-93C1-7E936E5CFD91}" dt="2026-01-11T09:12:40.140" v="681" actId="5793"/>
          <ac:spMkLst>
            <pc:docMk/>
            <pc:sldMk cId="2338332355" sldId="274"/>
            <ac:spMk id="13" creationId="{3D202259-AF86-51F0-7AC4-7334789D998D}"/>
          </ac:spMkLst>
        </pc:spChg>
        <pc:spChg chg="add">
          <ac:chgData name="Sami Alshammari" userId="4f974268-3c7f-4197-a98a-371198480936" providerId="ADAL" clId="{5E71A105-2FD3-4CB5-93C1-7E936E5CFD91}" dt="2026-01-11T09:12:29.373" v="677" actId="26606"/>
          <ac:spMkLst>
            <pc:docMk/>
            <pc:sldMk cId="2338332355" sldId="274"/>
            <ac:spMk id="18" creationId="{4DA718D0-4865-4629-8134-44F68D41D574}"/>
          </ac:spMkLst>
        </pc:spChg>
        <pc:spChg chg="add">
          <ac:chgData name="Sami Alshammari" userId="4f974268-3c7f-4197-a98a-371198480936" providerId="ADAL" clId="{5E71A105-2FD3-4CB5-93C1-7E936E5CFD91}" dt="2026-01-11T09:12:29.373" v="677" actId="26606"/>
          <ac:spMkLst>
            <pc:docMk/>
            <pc:sldMk cId="2338332355" sldId="274"/>
            <ac:spMk id="24" creationId="{CBC4F608-B4B8-48C3-9572-C0F061B1CD99}"/>
          </ac:spMkLst>
        </pc:spChg>
        <pc:spChg chg="del">
          <ac:chgData name="Sami Alshammari" userId="4f974268-3c7f-4197-a98a-371198480936" providerId="ADAL" clId="{5E71A105-2FD3-4CB5-93C1-7E936E5CFD91}" dt="2026-01-11T09:09:39.672" v="642"/>
          <ac:spMkLst>
            <pc:docMk/>
            <pc:sldMk cId="2338332355" sldId="274"/>
            <ac:spMk id="36" creationId="{6F1890C7-110A-F633-E986-02902B6BD620}"/>
          </ac:spMkLst>
        </pc:spChg>
        <pc:spChg chg="del">
          <ac:chgData name="Sami Alshammari" userId="4f974268-3c7f-4197-a98a-371198480936" providerId="ADAL" clId="{5E71A105-2FD3-4CB5-93C1-7E936E5CFD91}" dt="2026-01-11T09:09:39.672" v="642"/>
          <ac:spMkLst>
            <pc:docMk/>
            <pc:sldMk cId="2338332355" sldId="274"/>
            <ac:spMk id="42" creationId="{E39D9132-AB89-DC16-AE34-0CAA51B03D78}"/>
          </ac:spMkLst>
        </pc:spChg>
        <pc:grpChg chg="add">
          <ac:chgData name="Sami Alshammari" userId="4f974268-3c7f-4197-a98a-371198480936" providerId="ADAL" clId="{5E71A105-2FD3-4CB5-93C1-7E936E5CFD91}" dt="2026-01-11T09:12:29.373" v="677" actId="26606"/>
          <ac:grpSpMkLst>
            <pc:docMk/>
            <pc:sldMk cId="2338332355" sldId="274"/>
            <ac:grpSpMk id="20" creationId="{65167ED7-6315-43AB-B1B6-C326D5FD8F84}"/>
          </ac:grpSpMkLst>
        </pc:grpChg>
        <pc:grpChg chg="del">
          <ac:chgData name="Sami Alshammari" userId="4f974268-3c7f-4197-a98a-371198480936" providerId="ADAL" clId="{5E71A105-2FD3-4CB5-93C1-7E936E5CFD91}" dt="2026-01-11T09:09:39.672" v="642"/>
          <ac:grpSpMkLst>
            <pc:docMk/>
            <pc:sldMk cId="2338332355" sldId="274"/>
            <ac:grpSpMk id="38" creationId="{ECF016CE-3159-7C94-4F6A-2A4D3C301431}"/>
          </ac:grpSpMkLst>
        </pc:grpChg>
      </pc:sldChg>
      <pc:sldChg chg="addSp delSp modSp add mod setBg delDesignElem">
        <pc:chgData name="Sami Alshammari" userId="4f974268-3c7f-4197-a98a-371198480936" providerId="ADAL" clId="{5E71A105-2FD3-4CB5-93C1-7E936E5CFD91}" dt="2026-01-11T09:16:33.878" v="750" actId="403"/>
        <pc:sldMkLst>
          <pc:docMk/>
          <pc:sldMk cId="4250893943" sldId="275"/>
        </pc:sldMkLst>
        <pc:spChg chg="mod">
          <ac:chgData name="Sami Alshammari" userId="4f974268-3c7f-4197-a98a-371198480936" providerId="ADAL" clId="{5E71A105-2FD3-4CB5-93C1-7E936E5CFD91}" dt="2026-01-11T09:16:33.878" v="750" actId="403"/>
          <ac:spMkLst>
            <pc:docMk/>
            <pc:sldMk cId="4250893943" sldId="275"/>
            <ac:spMk id="2" creationId="{7040C66A-6F53-4BB2-E5B4-3AE437FE2003}"/>
          </ac:spMkLst>
        </pc:spChg>
        <pc:spChg chg="mod">
          <ac:chgData name="Sami Alshammari" userId="4f974268-3c7f-4197-a98a-371198480936" providerId="ADAL" clId="{5E71A105-2FD3-4CB5-93C1-7E936E5CFD91}" dt="2026-01-11T09:16:28.394" v="745" actId="26606"/>
          <ac:spMkLst>
            <pc:docMk/>
            <pc:sldMk cId="4250893943" sldId="275"/>
            <ac:spMk id="13" creationId="{96951A71-C238-78EB-7A18-B7A4E7AA34DB}"/>
          </ac:spMkLst>
        </pc:spChg>
        <pc:spChg chg="add del">
          <ac:chgData name="Sami Alshammari" userId="4f974268-3c7f-4197-a98a-371198480936" providerId="ADAL" clId="{5E71A105-2FD3-4CB5-93C1-7E936E5CFD91}" dt="2026-01-11T09:16:28.370" v="744" actId="26606"/>
          <ac:spMkLst>
            <pc:docMk/>
            <pc:sldMk cId="4250893943" sldId="275"/>
            <ac:spMk id="15" creationId="{3AD318CC-E2A8-4E27-9548-A047A78999B1}"/>
          </ac:spMkLst>
        </pc:spChg>
        <pc:spChg chg="add del">
          <ac:chgData name="Sami Alshammari" userId="4f974268-3c7f-4197-a98a-371198480936" providerId="ADAL" clId="{5E71A105-2FD3-4CB5-93C1-7E936E5CFD91}" dt="2026-01-11T09:16:28.370" v="744" actId="26606"/>
          <ac:spMkLst>
            <pc:docMk/>
            <pc:sldMk cId="4250893943" sldId="275"/>
            <ac:spMk id="17" creationId="{2C1BBA94-3F40-40AA-8BB9-E69E25E537C1}"/>
          </ac:spMkLst>
        </pc:spChg>
        <pc:spChg chg="del">
          <ac:chgData name="Sami Alshammari" userId="4f974268-3c7f-4197-a98a-371198480936" providerId="ADAL" clId="{5E71A105-2FD3-4CB5-93C1-7E936E5CFD91}" dt="2026-01-11T09:13:04.347" v="683"/>
          <ac:spMkLst>
            <pc:docMk/>
            <pc:sldMk cId="4250893943" sldId="275"/>
            <ac:spMk id="18" creationId="{EE51C075-EE0A-ADC6-2853-E89893312224}"/>
          </ac:spMkLst>
        </pc:spChg>
        <pc:spChg chg="add">
          <ac:chgData name="Sami Alshammari" userId="4f974268-3c7f-4197-a98a-371198480936" providerId="ADAL" clId="{5E71A105-2FD3-4CB5-93C1-7E936E5CFD91}" dt="2026-01-11T09:16:28.394" v="745" actId="26606"/>
          <ac:spMkLst>
            <pc:docMk/>
            <pc:sldMk cId="4250893943" sldId="275"/>
            <ac:spMk id="22" creationId="{CD9FE4EF-C4D8-49A0-B2FF-81D8DB7D8A24}"/>
          </ac:spMkLst>
        </pc:spChg>
        <pc:spChg chg="del">
          <ac:chgData name="Sami Alshammari" userId="4f974268-3c7f-4197-a98a-371198480936" providerId="ADAL" clId="{5E71A105-2FD3-4CB5-93C1-7E936E5CFD91}" dt="2026-01-11T09:13:04.347" v="683"/>
          <ac:spMkLst>
            <pc:docMk/>
            <pc:sldMk cId="4250893943" sldId="275"/>
            <ac:spMk id="24" creationId="{C80A637E-AD44-483E-6B7C-AAAA5D33F5E7}"/>
          </ac:spMkLst>
        </pc:spChg>
        <pc:spChg chg="add">
          <ac:chgData name="Sami Alshammari" userId="4f974268-3c7f-4197-a98a-371198480936" providerId="ADAL" clId="{5E71A105-2FD3-4CB5-93C1-7E936E5CFD91}" dt="2026-01-11T09:16:28.394" v="745" actId="26606"/>
          <ac:spMkLst>
            <pc:docMk/>
            <pc:sldMk cId="4250893943" sldId="275"/>
            <ac:spMk id="25" creationId="{09588DA8-065E-4F6F-8EFD-43104AB2E0CF}"/>
          </ac:spMkLst>
        </pc:spChg>
        <pc:spChg chg="add">
          <ac:chgData name="Sami Alshammari" userId="4f974268-3c7f-4197-a98a-371198480936" providerId="ADAL" clId="{5E71A105-2FD3-4CB5-93C1-7E936E5CFD91}" dt="2026-01-11T09:16:28.394" v="745" actId="26606"/>
          <ac:spMkLst>
            <pc:docMk/>
            <pc:sldMk cId="4250893943" sldId="275"/>
            <ac:spMk id="26" creationId="{D2B78728-A580-49A7-84F9-6EF6F583ADE0}"/>
          </ac:spMkLst>
        </pc:spChg>
        <pc:spChg chg="add">
          <ac:chgData name="Sami Alshammari" userId="4f974268-3c7f-4197-a98a-371198480936" providerId="ADAL" clId="{5E71A105-2FD3-4CB5-93C1-7E936E5CFD91}" dt="2026-01-11T09:16:28.394" v="745" actId="26606"/>
          <ac:spMkLst>
            <pc:docMk/>
            <pc:sldMk cId="4250893943" sldId="275"/>
            <ac:spMk id="27" creationId="{C4285719-470E-454C-AF62-8323075F1F5B}"/>
          </ac:spMkLst>
        </pc:spChg>
        <pc:spChg chg="add">
          <ac:chgData name="Sami Alshammari" userId="4f974268-3c7f-4197-a98a-371198480936" providerId="ADAL" clId="{5E71A105-2FD3-4CB5-93C1-7E936E5CFD91}" dt="2026-01-11T09:16:28.394" v="745" actId="26606"/>
          <ac:spMkLst>
            <pc:docMk/>
            <pc:sldMk cId="4250893943" sldId="275"/>
            <ac:spMk id="28" creationId="{38FAA1A1-D861-433F-88FA-1E9D6FD31D11}"/>
          </ac:spMkLst>
        </pc:spChg>
        <pc:spChg chg="add">
          <ac:chgData name="Sami Alshammari" userId="4f974268-3c7f-4197-a98a-371198480936" providerId="ADAL" clId="{5E71A105-2FD3-4CB5-93C1-7E936E5CFD91}" dt="2026-01-11T09:16:28.394" v="745" actId="26606"/>
          <ac:spMkLst>
            <pc:docMk/>
            <pc:sldMk cId="4250893943" sldId="275"/>
            <ac:spMk id="29" creationId="{4300840D-0A0B-4512-BACA-B439D5B9C57C}"/>
          </ac:spMkLst>
        </pc:spChg>
        <pc:spChg chg="add">
          <ac:chgData name="Sami Alshammari" userId="4f974268-3c7f-4197-a98a-371198480936" providerId="ADAL" clId="{5E71A105-2FD3-4CB5-93C1-7E936E5CFD91}" dt="2026-01-11T09:16:28.394" v="745" actId="26606"/>
          <ac:spMkLst>
            <pc:docMk/>
            <pc:sldMk cId="4250893943" sldId="275"/>
            <ac:spMk id="30" creationId="{8D71EDA1-87BF-4D5D-AB79-F346FD19278A}"/>
          </ac:spMkLst>
        </pc:spChg>
        <pc:grpChg chg="add del">
          <ac:chgData name="Sami Alshammari" userId="4f974268-3c7f-4197-a98a-371198480936" providerId="ADAL" clId="{5E71A105-2FD3-4CB5-93C1-7E936E5CFD91}" dt="2026-01-11T09:16:28.370" v="744" actId="26606"/>
          <ac:grpSpMkLst>
            <pc:docMk/>
            <pc:sldMk cId="4250893943" sldId="275"/>
            <ac:grpSpMk id="16" creationId="{B14B560F-9DD7-4302-A60B-EBD3EF59B073}"/>
          </ac:grpSpMkLst>
        </pc:grpChg>
        <pc:grpChg chg="del">
          <ac:chgData name="Sami Alshammari" userId="4f974268-3c7f-4197-a98a-371198480936" providerId="ADAL" clId="{5E71A105-2FD3-4CB5-93C1-7E936E5CFD91}" dt="2026-01-11T09:13:04.347" v="683"/>
          <ac:grpSpMkLst>
            <pc:docMk/>
            <pc:sldMk cId="4250893943" sldId="275"/>
            <ac:grpSpMk id="20" creationId="{D55AB375-4496-4A56-5664-AAD444050C58}"/>
          </ac:grpSpMkLst>
        </pc:grpChg>
      </pc:sldChg>
      <pc:sldChg chg="addSp delSp modSp add mod setBg delDesignElem">
        <pc:chgData name="Sami Alshammari" userId="4f974268-3c7f-4197-a98a-371198480936" providerId="ADAL" clId="{5E71A105-2FD3-4CB5-93C1-7E936E5CFD91}" dt="2026-01-11T10:04:49.948" v="911" actId="1076"/>
        <pc:sldMkLst>
          <pc:docMk/>
          <pc:sldMk cId="2520024264" sldId="276"/>
        </pc:sldMkLst>
        <pc:spChg chg="mod">
          <ac:chgData name="Sami Alshammari" userId="4f974268-3c7f-4197-a98a-371198480936" providerId="ADAL" clId="{5E71A105-2FD3-4CB5-93C1-7E936E5CFD91}" dt="2026-01-11T10:01:08.782" v="877" actId="20577"/>
          <ac:spMkLst>
            <pc:docMk/>
            <pc:sldMk cId="2520024264" sldId="276"/>
            <ac:spMk id="2" creationId="{D6D198B8-C73A-4F8A-C01E-5A29CF7581F9}"/>
          </ac:spMkLst>
        </pc:spChg>
        <pc:spChg chg="add mod">
          <ac:chgData name="Sami Alshammari" userId="4f974268-3c7f-4197-a98a-371198480936" providerId="ADAL" clId="{5E71A105-2FD3-4CB5-93C1-7E936E5CFD91}" dt="2026-01-11T10:04:49.948" v="911" actId="1076"/>
          <ac:spMkLst>
            <pc:docMk/>
            <pc:sldMk cId="2520024264" sldId="276"/>
            <ac:spMk id="4" creationId="{AEECC4F0-3766-61A7-85BC-574A289BB15E}"/>
          </ac:spMkLst>
        </pc:spChg>
        <pc:spChg chg="add del mod">
          <ac:chgData name="Sami Alshammari" userId="4f974268-3c7f-4197-a98a-371198480936" providerId="ADAL" clId="{5E71A105-2FD3-4CB5-93C1-7E936E5CFD91}" dt="2026-01-11T09:59:29.564" v="855" actId="26606"/>
          <ac:spMkLst>
            <pc:docMk/>
            <pc:sldMk cId="2520024264" sldId="276"/>
            <ac:spMk id="13" creationId="{D32B3913-CB2D-1F51-51A6-8E273DD9BD7F}"/>
          </ac:spMkLst>
        </pc:spChg>
        <pc:spChg chg="add del">
          <ac:chgData name="Sami Alshammari" userId="4f974268-3c7f-4197-a98a-371198480936" providerId="ADAL" clId="{5E71A105-2FD3-4CB5-93C1-7E936E5CFD91}" dt="2026-01-11T09:58:48.821" v="835" actId="26606"/>
          <ac:spMkLst>
            <pc:docMk/>
            <pc:sldMk cId="2520024264" sldId="276"/>
            <ac:spMk id="17" creationId="{CBC4F608-B4B8-48C3-9572-C0F061B1CD99}"/>
          </ac:spMkLst>
        </pc:spChg>
        <pc:spChg chg="add del">
          <ac:chgData name="Sami Alshammari" userId="4f974268-3c7f-4197-a98a-371198480936" providerId="ADAL" clId="{5E71A105-2FD3-4CB5-93C1-7E936E5CFD91}" dt="2026-01-11T09:59:02.581" v="838" actId="26606"/>
          <ac:spMkLst>
            <pc:docMk/>
            <pc:sldMk cId="2520024264" sldId="276"/>
            <ac:spMk id="18" creationId="{4DA718D0-4865-4629-8134-44F68D41D574}"/>
          </ac:spMkLst>
        </pc:spChg>
        <pc:spChg chg="add del">
          <ac:chgData name="Sami Alshammari" userId="4f974268-3c7f-4197-a98a-371198480936" providerId="ADAL" clId="{5E71A105-2FD3-4CB5-93C1-7E936E5CFD91}" dt="2026-01-11T09:58:48.821" v="835" actId="26606"/>
          <ac:spMkLst>
            <pc:docMk/>
            <pc:sldMk cId="2520024264" sldId="276"/>
            <ac:spMk id="19" creationId="{0DEDCC5D-8B8A-40DB-BE90-A3AA27C64A78}"/>
          </ac:spMkLst>
        </pc:spChg>
        <pc:spChg chg="del">
          <ac:chgData name="Sami Alshammari" userId="4f974268-3c7f-4197-a98a-371198480936" providerId="ADAL" clId="{5E71A105-2FD3-4CB5-93C1-7E936E5CFD91}" dt="2026-01-11T09:18:54.891" v="752"/>
          <ac:spMkLst>
            <pc:docMk/>
            <pc:sldMk cId="2520024264" sldId="276"/>
            <ac:spMk id="22" creationId="{892CBBD8-5787-9F0E-72B5-FCEB753019C6}"/>
          </ac:spMkLst>
        </pc:spChg>
        <pc:spChg chg="add del">
          <ac:chgData name="Sami Alshammari" userId="4f974268-3c7f-4197-a98a-371198480936" providerId="ADAL" clId="{5E71A105-2FD3-4CB5-93C1-7E936E5CFD91}" dt="2026-01-11T09:59:02.581" v="838" actId="26606"/>
          <ac:spMkLst>
            <pc:docMk/>
            <pc:sldMk cId="2520024264" sldId="276"/>
            <ac:spMk id="24" creationId="{CBC4F608-B4B8-48C3-9572-C0F061B1CD99}"/>
          </ac:spMkLst>
        </pc:spChg>
        <pc:spChg chg="del">
          <ac:chgData name="Sami Alshammari" userId="4f974268-3c7f-4197-a98a-371198480936" providerId="ADAL" clId="{5E71A105-2FD3-4CB5-93C1-7E936E5CFD91}" dt="2026-01-11T09:18:54.891" v="752"/>
          <ac:spMkLst>
            <pc:docMk/>
            <pc:sldMk cId="2520024264" sldId="276"/>
            <ac:spMk id="25" creationId="{4C69DB99-3BA8-0B30-1EFF-9235D4BE46BC}"/>
          </ac:spMkLst>
        </pc:spChg>
        <pc:spChg chg="del">
          <ac:chgData name="Sami Alshammari" userId="4f974268-3c7f-4197-a98a-371198480936" providerId="ADAL" clId="{5E71A105-2FD3-4CB5-93C1-7E936E5CFD91}" dt="2026-01-11T09:18:54.891" v="752"/>
          <ac:spMkLst>
            <pc:docMk/>
            <pc:sldMk cId="2520024264" sldId="276"/>
            <ac:spMk id="26" creationId="{EEAE3698-7817-026C-3FCD-5AEAEB255D64}"/>
          </ac:spMkLst>
        </pc:spChg>
        <pc:spChg chg="del">
          <ac:chgData name="Sami Alshammari" userId="4f974268-3c7f-4197-a98a-371198480936" providerId="ADAL" clId="{5E71A105-2FD3-4CB5-93C1-7E936E5CFD91}" dt="2026-01-11T09:18:54.891" v="752"/>
          <ac:spMkLst>
            <pc:docMk/>
            <pc:sldMk cId="2520024264" sldId="276"/>
            <ac:spMk id="27" creationId="{BB192AB8-DA7C-508D-ADD0-5891BC30478D}"/>
          </ac:spMkLst>
        </pc:spChg>
        <pc:spChg chg="del">
          <ac:chgData name="Sami Alshammari" userId="4f974268-3c7f-4197-a98a-371198480936" providerId="ADAL" clId="{5E71A105-2FD3-4CB5-93C1-7E936E5CFD91}" dt="2026-01-11T09:18:54.891" v="752"/>
          <ac:spMkLst>
            <pc:docMk/>
            <pc:sldMk cId="2520024264" sldId="276"/>
            <ac:spMk id="28" creationId="{C24046D7-95E4-786B-2974-784BE985BDD7}"/>
          </ac:spMkLst>
        </pc:spChg>
        <pc:spChg chg="del">
          <ac:chgData name="Sami Alshammari" userId="4f974268-3c7f-4197-a98a-371198480936" providerId="ADAL" clId="{5E71A105-2FD3-4CB5-93C1-7E936E5CFD91}" dt="2026-01-11T09:18:54.891" v="752"/>
          <ac:spMkLst>
            <pc:docMk/>
            <pc:sldMk cId="2520024264" sldId="276"/>
            <ac:spMk id="29" creationId="{B428EEDE-DC5C-F18B-A408-58FD3C4BACB2}"/>
          </ac:spMkLst>
        </pc:spChg>
        <pc:spChg chg="del">
          <ac:chgData name="Sami Alshammari" userId="4f974268-3c7f-4197-a98a-371198480936" providerId="ADAL" clId="{5E71A105-2FD3-4CB5-93C1-7E936E5CFD91}" dt="2026-01-11T09:18:54.891" v="752"/>
          <ac:spMkLst>
            <pc:docMk/>
            <pc:sldMk cId="2520024264" sldId="276"/>
            <ac:spMk id="30" creationId="{E1B6570E-6E9E-89A2-BFE5-D7407DB60B6A}"/>
          </ac:spMkLst>
        </pc:spChg>
        <pc:spChg chg="add del">
          <ac:chgData name="Sami Alshammari" userId="4f974268-3c7f-4197-a98a-371198480936" providerId="ADAL" clId="{5E71A105-2FD3-4CB5-93C1-7E936E5CFD91}" dt="2026-01-11T09:59:02.581" v="838" actId="26606"/>
          <ac:spMkLst>
            <pc:docMk/>
            <pc:sldMk cId="2520024264" sldId="276"/>
            <ac:spMk id="33" creationId="{D32B3913-CB2D-1F51-51A6-8E273DD9BD7F}"/>
          </ac:spMkLst>
        </pc:spChg>
        <pc:spChg chg="add del">
          <ac:chgData name="Sami Alshammari" userId="4f974268-3c7f-4197-a98a-371198480936" providerId="ADAL" clId="{5E71A105-2FD3-4CB5-93C1-7E936E5CFD91}" dt="2026-01-11T09:59:29.535" v="854" actId="26606"/>
          <ac:spMkLst>
            <pc:docMk/>
            <pc:sldMk cId="2520024264" sldId="276"/>
            <ac:spMk id="34" creationId="{3AB72E55-43E4-4356-BFE8-E2102CB0B505}"/>
          </ac:spMkLst>
        </pc:spChg>
        <pc:spChg chg="add del">
          <ac:chgData name="Sami Alshammari" userId="4f974268-3c7f-4197-a98a-371198480936" providerId="ADAL" clId="{5E71A105-2FD3-4CB5-93C1-7E936E5CFD91}" dt="2026-01-11T09:59:03.421" v="840" actId="26606"/>
          <ac:spMkLst>
            <pc:docMk/>
            <pc:sldMk cId="2520024264" sldId="276"/>
            <ac:spMk id="35" creationId="{3AD318CC-E2A8-4E27-9548-A047A78999B1}"/>
          </ac:spMkLst>
        </pc:spChg>
        <pc:spChg chg="add del">
          <ac:chgData name="Sami Alshammari" userId="4f974268-3c7f-4197-a98a-371198480936" providerId="ADAL" clId="{5E71A105-2FD3-4CB5-93C1-7E936E5CFD91}" dt="2026-01-11T09:59:03.421" v="840" actId="26606"/>
          <ac:spMkLst>
            <pc:docMk/>
            <pc:sldMk cId="2520024264" sldId="276"/>
            <ac:spMk id="39" creationId="{2C1BBA94-3F40-40AA-8BB9-E69E25E537C1}"/>
          </ac:spMkLst>
        </pc:spChg>
        <pc:spChg chg="add del">
          <ac:chgData name="Sami Alshammari" userId="4f974268-3c7f-4197-a98a-371198480936" providerId="ADAL" clId="{5E71A105-2FD3-4CB5-93C1-7E936E5CFD91}" dt="2026-01-11T09:59:03.421" v="840" actId="26606"/>
          <ac:spMkLst>
            <pc:docMk/>
            <pc:sldMk cId="2520024264" sldId="276"/>
            <ac:spMk id="40" creationId="{D32B3913-CB2D-1F51-51A6-8E273DD9BD7F}"/>
          </ac:spMkLst>
        </pc:spChg>
        <pc:spChg chg="add del">
          <ac:chgData name="Sami Alshammari" userId="4f974268-3c7f-4197-a98a-371198480936" providerId="ADAL" clId="{5E71A105-2FD3-4CB5-93C1-7E936E5CFD91}" dt="2026-01-11T09:59:07.983" v="842" actId="26606"/>
          <ac:spMkLst>
            <pc:docMk/>
            <pc:sldMk cId="2520024264" sldId="276"/>
            <ac:spMk id="42" creationId="{18873D23-2DCF-4B31-A009-95721C06E8E1}"/>
          </ac:spMkLst>
        </pc:spChg>
        <pc:spChg chg="add del">
          <ac:chgData name="Sami Alshammari" userId="4f974268-3c7f-4197-a98a-371198480936" providerId="ADAL" clId="{5E71A105-2FD3-4CB5-93C1-7E936E5CFD91}" dt="2026-01-11T09:59:07.983" v="842" actId="26606"/>
          <ac:spMkLst>
            <pc:docMk/>
            <pc:sldMk cId="2520024264" sldId="276"/>
            <ac:spMk id="43" creationId="{C13EF075-D4EF-4929-ADBC-91B27DA19955}"/>
          </ac:spMkLst>
        </pc:spChg>
        <pc:spChg chg="add del">
          <ac:chgData name="Sami Alshammari" userId="4f974268-3c7f-4197-a98a-371198480936" providerId="ADAL" clId="{5E71A105-2FD3-4CB5-93C1-7E936E5CFD91}" dt="2026-01-11T09:59:07.983" v="842" actId="26606"/>
          <ac:spMkLst>
            <pc:docMk/>
            <pc:sldMk cId="2520024264" sldId="276"/>
            <ac:spMk id="48" creationId="{D32B3913-CB2D-1F51-51A6-8E273DD9BD7F}"/>
          </ac:spMkLst>
        </pc:spChg>
        <pc:spChg chg="add del">
          <ac:chgData name="Sami Alshammari" userId="4f974268-3c7f-4197-a98a-371198480936" providerId="ADAL" clId="{5E71A105-2FD3-4CB5-93C1-7E936E5CFD91}" dt="2026-01-11T09:59:17.968" v="844" actId="26606"/>
          <ac:spMkLst>
            <pc:docMk/>
            <pc:sldMk cId="2520024264" sldId="276"/>
            <ac:spMk id="50" creationId="{5C8908E2-EE49-44D2-9428-A28D2312A8D5}"/>
          </ac:spMkLst>
        </pc:spChg>
        <pc:spChg chg="add del">
          <ac:chgData name="Sami Alshammari" userId="4f974268-3c7f-4197-a98a-371198480936" providerId="ADAL" clId="{5E71A105-2FD3-4CB5-93C1-7E936E5CFD91}" dt="2026-01-11T09:59:17.968" v="844" actId="26606"/>
          <ac:spMkLst>
            <pc:docMk/>
            <pc:sldMk cId="2520024264" sldId="276"/>
            <ac:spMk id="54" creationId="{BD92035A-AA2F-4CD8-A556-1CE8BDEC75BD}"/>
          </ac:spMkLst>
        </pc:spChg>
        <pc:spChg chg="add del">
          <ac:chgData name="Sami Alshammari" userId="4f974268-3c7f-4197-a98a-371198480936" providerId="ADAL" clId="{5E71A105-2FD3-4CB5-93C1-7E936E5CFD91}" dt="2026-01-11T09:59:17.968" v="844" actId="26606"/>
          <ac:spMkLst>
            <pc:docMk/>
            <pc:sldMk cId="2520024264" sldId="276"/>
            <ac:spMk id="55" creationId="{ED888B23-07FA-482A-96DF-47E31AF1A603}"/>
          </ac:spMkLst>
        </pc:spChg>
        <pc:spChg chg="add del">
          <ac:chgData name="Sami Alshammari" userId="4f974268-3c7f-4197-a98a-371198480936" providerId="ADAL" clId="{5E71A105-2FD3-4CB5-93C1-7E936E5CFD91}" dt="2026-01-11T09:59:17.968" v="844" actId="26606"/>
          <ac:spMkLst>
            <pc:docMk/>
            <pc:sldMk cId="2520024264" sldId="276"/>
            <ac:spMk id="56" creationId="{D32B3913-CB2D-1F51-51A6-8E273DD9BD7F}"/>
          </ac:spMkLst>
        </pc:spChg>
        <pc:spChg chg="add del">
          <ac:chgData name="Sami Alshammari" userId="4f974268-3c7f-4197-a98a-371198480936" providerId="ADAL" clId="{5E71A105-2FD3-4CB5-93C1-7E936E5CFD91}" dt="2026-01-11T09:59:19.790" v="846" actId="26606"/>
          <ac:spMkLst>
            <pc:docMk/>
            <pc:sldMk cId="2520024264" sldId="276"/>
            <ac:spMk id="58" creationId="{081EA652-8C6A-4E69-BEB9-170809474553}"/>
          </ac:spMkLst>
        </pc:spChg>
        <pc:spChg chg="add del">
          <ac:chgData name="Sami Alshammari" userId="4f974268-3c7f-4197-a98a-371198480936" providerId="ADAL" clId="{5E71A105-2FD3-4CB5-93C1-7E936E5CFD91}" dt="2026-01-11T09:59:19.790" v="846" actId="26606"/>
          <ac:spMkLst>
            <pc:docMk/>
            <pc:sldMk cId="2520024264" sldId="276"/>
            <ac:spMk id="59" creationId="{A4026A73-1F7F-49F2-B319-8CA3B3D53269}"/>
          </ac:spMkLst>
        </pc:spChg>
        <pc:spChg chg="add del">
          <ac:chgData name="Sami Alshammari" userId="4f974268-3c7f-4197-a98a-371198480936" providerId="ADAL" clId="{5E71A105-2FD3-4CB5-93C1-7E936E5CFD91}" dt="2026-01-11T09:59:19.790" v="846" actId="26606"/>
          <ac:spMkLst>
            <pc:docMk/>
            <pc:sldMk cId="2520024264" sldId="276"/>
            <ac:spMk id="60" creationId="{5298780A-33B9-4EA2-8F67-DE68AD62841B}"/>
          </ac:spMkLst>
        </pc:spChg>
        <pc:spChg chg="add del">
          <ac:chgData name="Sami Alshammari" userId="4f974268-3c7f-4197-a98a-371198480936" providerId="ADAL" clId="{5E71A105-2FD3-4CB5-93C1-7E936E5CFD91}" dt="2026-01-11T09:59:19.790" v="846" actId="26606"/>
          <ac:spMkLst>
            <pc:docMk/>
            <pc:sldMk cId="2520024264" sldId="276"/>
            <ac:spMk id="61" creationId="{7F488E8B-4E1E-4402-8935-D4E6C02615C7}"/>
          </ac:spMkLst>
        </pc:spChg>
        <pc:spChg chg="add del">
          <ac:chgData name="Sami Alshammari" userId="4f974268-3c7f-4197-a98a-371198480936" providerId="ADAL" clId="{5E71A105-2FD3-4CB5-93C1-7E936E5CFD91}" dt="2026-01-11T09:59:19.790" v="846" actId="26606"/>
          <ac:spMkLst>
            <pc:docMk/>
            <pc:sldMk cId="2520024264" sldId="276"/>
            <ac:spMk id="63" creationId="{D32B3913-CB2D-1F51-51A6-8E273DD9BD7F}"/>
          </ac:spMkLst>
        </pc:spChg>
        <pc:spChg chg="add del">
          <ac:chgData name="Sami Alshammari" userId="4f974268-3c7f-4197-a98a-371198480936" providerId="ADAL" clId="{5E71A105-2FD3-4CB5-93C1-7E936E5CFD91}" dt="2026-01-11T09:59:26.536" v="848" actId="26606"/>
          <ac:spMkLst>
            <pc:docMk/>
            <pc:sldMk cId="2520024264" sldId="276"/>
            <ac:spMk id="65" creationId="{5C8908E2-EE49-44D2-9428-A28D2312A8D5}"/>
          </ac:spMkLst>
        </pc:spChg>
        <pc:spChg chg="add del">
          <ac:chgData name="Sami Alshammari" userId="4f974268-3c7f-4197-a98a-371198480936" providerId="ADAL" clId="{5E71A105-2FD3-4CB5-93C1-7E936E5CFD91}" dt="2026-01-11T09:59:26.536" v="848" actId="26606"/>
          <ac:spMkLst>
            <pc:docMk/>
            <pc:sldMk cId="2520024264" sldId="276"/>
            <ac:spMk id="69" creationId="{D06891CE-5B9C-4B9E-AA78-3A5E25434F86}"/>
          </ac:spMkLst>
        </pc:spChg>
        <pc:spChg chg="add del">
          <ac:chgData name="Sami Alshammari" userId="4f974268-3c7f-4197-a98a-371198480936" providerId="ADAL" clId="{5E71A105-2FD3-4CB5-93C1-7E936E5CFD91}" dt="2026-01-11T09:59:26.536" v="848" actId="26606"/>
          <ac:spMkLst>
            <pc:docMk/>
            <pc:sldMk cId="2520024264" sldId="276"/>
            <ac:spMk id="70" creationId="{ED888B23-07FA-482A-96DF-47E31AF1A603}"/>
          </ac:spMkLst>
        </pc:spChg>
        <pc:spChg chg="add del">
          <ac:chgData name="Sami Alshammari" userId="4f974268-3c7f-4197-a98a-371198480936" providerId="ADAL" clId="{5E71A105-2FD3-4CB5-93C1-7E936E5CFD91}" dt="2026-01-11T09:59:26.536" v="848" actId="26606"/>
          <ac:spMkLst>
            <pc:docMk/>
            <pc:sldMk cId="2520024264" sldId="276"/>
            <ac:spMk id="71" creationId="{D32B3913-CB2D-1F51-51A6-8E273DD9BD7F}"/>
          </ac:spMkLst>
        </pc:spChg>
        <pc:spChg chg="add del">
          <ac:chgData name="Sami Alshammari" userId="4f974268-3c7f-4197-a98a-371198480936" providerId="ADAL" clId="{5E71A105-2FD3-4CB5-93C1-7E936E5CFD91}" dt="2026-01-11T09:59:27.296" v="851" actId="26606"/>
          <ac:spMkLst>
            <pc:docMk/>
            <pc:sldMk cId="2520024264" sldId="276"/>
            <ac:spMk id="73" creationId="{DABCE0FB-ADDD-4B37-A958-519663E8E16E}"/>
          </ac:spMkLst>
        </pc:spChg>
        <pc:spChg chg="add del">
          <ac:chgData name="Sami Alshammari" userId="4f974268-3c7f-4197-a98a-371198480936" providerId="ADAL" clId="{5E71A105-2FD3-4CB5-93C1-7E936E5CFD91}" dt="2026-01-11T09:59:27.296" v="851" actId="26606"/>
          <ac:spMkLst>
            <pc:docMk/>
            <pc:sldMk cId="2520024264" sldId="276"/>
            <ac:spMk id="74" creationId="{1F8A981E-6C01-464B-9B2A-810AFEC27C6B}"/>
          </ac:spMkLst>
        </pc:spChg>
        <pc:spChg chg="add del">
          <ac:chgData name="Sami Alshammari" userId="4f974268-3c7f-4197-a98a-371198480936" providerId="ADAL" clId="{5E71A105-2FD3-4CB5-93C1-7E936E5CFD91}" dt="2026-01-11T09:59:27.296" v="851" actId="26606"/>
          <ac:spMkLst>
            <pc:docMk/>
            <pc:sldMk cId="2520024264" sldId="276"/>
            <ac:spMk id="76" creationId="{D32B3913-CB2D-1F51-51A6-8E273DD9BD7F}"/>
          </ac:spMkLst>
        </pc:spChg>
        <pc:spChg chg="add del">
          <ac:chgData name="Sami Alshammari" userId="4f974268-3c7f-4197-a98a-371198480936" providerId="ADAL" clId="{5E71A105-2FD3-4CB5-93C1-7E936E5CFD91}" dt="2026-01-11T09:59:29.535" v="854" actId="26606"/>
          <ac:spMkLst>
            <pc:docMk/>
            <pc:sldMk cId="2520024264" sldId="276"/>
            <ac:spMk id="82" creationId="{F837543A-6020-4505-A233-C9DB4BF74011}"/>
          </ac:spMkLst>
        </pc:spChg>
        <pc:spChg chg="add del">
          <ac:chgData name="Sami Alshammari" userId="4f974268-3c7f-4197-a98a-371198480936" providerId="ADAL" clId="{5E71A105-2FD3-4CB5-93C1-7E936E5CFD91}" dt="2026-01-11T09:59:29.535" v="854" actId="26606"/>
          <ac:spMkLst>
            <pc:docMk/>
            <pc:sldMk cId="2520024264" sldId="276"/>
            <ac:spMk id="83" creationId="{35B16301-FB18-48BA-A6DD-C37CAF6F9A18}"/>
          </ac:spMkLst>
        </pc:spChg>
        <pc:spChg chg="add del">
          <ac:chgData name="Sami Alshammari" userId="4f974268-3c7f-4197-a98a-371198480936" providerId="ADAL" clId="{5E71A105-2FD3-4CB5-93C1-7E936E5CFD91}" dt="2026-01-11T09:59:29.535" v="854" actId="26606"/>
          <ac:spMkLst>
            <pc:docMk/>
            <pc:sldMk cId="2520024264" sldId="276"/>
            <ac:spMk id="84" creationId="{D32B3913-CB2D-1F51-51A6-8E273DD9BD7F}"/>
          </ac:spMkLst>
        </pc:spChg>
        <pc:spChg chg="add del">
          <ac:chgData name="Sami Alshammari" userId="4f974268-3c7f-4197-a98a-371198480936" providerId="ADAL" clId="{5E71A105-2FD3-4CB5-93C1-7E936E5CFD91}" dt="2026-01-11T09:59:29.535" v="854" actId="26606"/>
          <ac:spMkLst>
            <pc:docMk/>
            <pc:sldMk cId="2520024264" sldId="276"/>
            <ac:spMk id="85" creationId="{C3C0D90E-074A-4F52-9B11-B52BEF4BCBE5}"/>
          </ac:spMkLst>
        </pc:spChg>
        <pc:spChg chg="add del">
          <ac:chgData name="Sami Alshammari" userId="4f974268-3c7f-4197-a98a-371198480936" providerId="ADAL" clId="{5E71A105-2FD3-4CB5-93C1-7E936E5CFD91}" dt="2026-01-11T09:59:29.535" v="854" actId="26606"/>
          <ac:spMkLst>
            <pc:docMk/>
            <pc:sldMk cId="2520024264" sldId="276"/>
            <ac:spMk id="86" creationId="{CABBD4C1-E6F8-46F6-8152-A8A97490BF4D}"/>
          </ac:spMkLst>
        </pc:spChg>
        <pc:spChg chg="add del">
          <ac:chgData name="Sami Alshammari" userId="4f974268-3c7f-4197-a98a-371198480936" providerId="ADAL" clId="{5E71A105-2FD3-4CB5-93C1-7E936E5CFD91}" dt="2026-01-11T09:59:29.535" v="854" actId="26606"/>
          <ac:spMkLst>
            <pc:docMk/>
            <pc:sldMk cId="2520024264" sldId="276"/>
            <ac:spMk id="87" creationId="{83BA5EF5-1FE9-4BF9-83BB-269BCDDF6156}"/>
          </ac:spMkLst>
        </pc:spChg>
        <pc:spChg chg="add del">
          <ac:chgData name="Sami Alshammari" userId="4f974268-3c7f-4197-a98a-371198480936" providerId="ADAL" clId="{5E71A105-2FD3-4CB5-93C1-7E936E5CFD91}" dt="2026-01-11T09:59:29.535" v="854" actId="26606"/>
          <ac:spMkLst>
            <pc:docMk/>
            <pc:sldMk cId="2520024264" sldId="276"/>
            <ac:spMk id="89" creationId="{88853921-7BC9-4BDE-ACAB-133C683C82D6}"/>
          </ac:spMkLst>
        </pc:spChg>
        <pc:spChg chg="add">
          <ac:chgData name="Sami Alshammari" userId="4f974268-3c7f-4197-a98a-371198480936" providerId="ADAL" clId="{5E71A105-2FD3-4CB5-93C1-7E936E5CFD91}" dt="2026-01-11T09:59:29.564" v="855" actId="26606"/>
          <ac:spMkLst>
            <pc:docMk/>
            <pc:sldMk cId="2520024264" sldId="276"/>
            <ac:spMk id="91" creationId="{081EA652-8C6A-4E69-BEB9-170809474553}"/>
          </ac:spMkLst>
        </pc:spChg>
        <pc:spChg chg="add">
          <ac:chgData name="Sami Alshammari" userId="4f974268-3c7f-4197-a98a-371198480936" providerId="ADAL" clId="{5E71A105-2FD3-4CB5-93C1-7E936E5CFD91}" dt="2026-01-11T09:59:29.564" v="855" actId="26606"/>
          <ac:spMkLst>
            <pc:docMk/>
            <pc:sldMk cId="2520024264" sldId="276"/>
            <ac:spMk id="92" creationId="{5298780A-33B9-4EA2-8F67-DE68AD62841B}"/>
          </ac:spMkLst>
        </pc:spChg>
        <pc:spChg chg="add">
          <ac:chgData name="Sami Alshammari" userId="4f974268-3c7f-4197-a98a-371198480936" providerId="ADAL" clId="{5E71A105-2FD3-4CB5-93C1-7E936E5CFD91}" dt="2026-01-11T09:59:29.564" v="855" actId="26606"/>
          <ac:spMkLst>
            <pc:docMk/>
            <pc:sldMk cId="2520024264" sldId="276"/>
            <ac:spMk id="93" creationId="{7F488E8B-4E1E-4402-8935-D4E6C02615C7}"/>
          </ac:spMkLst>
        </pc:spChg>
        <pc:spChg chg="add mod">
          <ac:chgData name="Sami Alshammari" userId="4f974268-3c7f-4197-a98a-371198480936" providerId="ADAL" clId="{5E71A105-2FD3-4CB5-93C1-7E936E5CFD91}" dt="2026-01-11T10:04:44.804" v="910" actId="27636"/>
          <ac:spMkLst>
            <pc:docMk/>
            <pc:sldMk cId="2520024264" sldId="276"/>
            <ac:spMk id="95" creationId="{D32B3913-CB2D-1F51-51A6-8E273DD9BD7F}"/>
          </ac:spMkLst>
        </pc:spChg>
        <pc:grpChg chg="add del">
          <ac:chgData name="Sami Alshammari" userId="4f974268-3c7f-4197-a98a-371198480936" providerId="ADAL" clId="{5E71A105-2FD3-4CB5-93C1-7E936E5CFD91}" dt="2026-01-11T09:59:02.581" v="838" actId="26606"/>
          <ac:grpSpMkLst>
            <pc:docMk/>
            <pc:sldMk cId="2520024264" sldId="276"/>
            <ac:grpSpMk id="20" creationId="{65167ED7-6315-43AB-B1B6-C326D5FD8F84}"/>
          </ac:grpSpMkLst>
        </pc:grpChg>
        <pc:grpChg chg="add del">
          <ac:chgData name="Sami Alshammari" userId="4f974268-3c7f-4197-a98a-371198480936" providerId="ADAL" clId="{5E71A105-2FD3-4CB5-93C1-7E936E5CFD91}" dt="2026-01-11T09:58:48.821" v="835" actId="26606"/>
          <ac:grpSpMkLst>
            <pc:docMk/>
            <pc:sldMk cId="2520024264" sldId="276"/>
            <ac:grpSpMk id="21" creationId="{65167ED7-6315-43AB-B1B6-C326D5FD8F84}"/>
          </ac:grpSpMkLst>
        </pc:grpChg>
        <pc:grpChg chg="add del">
          <ac:chgData name="Sami Alshammari" userId="4f974268-3c7f-4197-a98a-371198480936" providerId="ADAL" clId="{5E71A105-2FD3-4CB5-93C1-7E936E5CFD91}" dt="2026-01-11T09:59:03.421" v="840" actId="26606"/>
          <ac:grpSpMkLst>
            <pc:docMk/>
            <pc:sldMk cId="2520024264" sldId="276"/>
            <ac:grpSpMk id="36" creationId="{B14B560F-9DD7-4302-A60B-EBD3EF59B073}"/>
          </ac:grpSpMkLst>
        </pc:grpChg>
        <pc:grpChg chg="add del">
          <ac:chgData name="Sami Alshammari" userId="4f974268-3c7f-4197-a98a-371198480936" providerId="ADAL" clId="{5E71A105-2FD3-4CB5-93C1-7E936E5CFD91}" dt="2026-01-11T09:59:07.983" v="842" actId="26606"/>
          <ac:grpSpMkLst>
            <pc:docMk/>
            <pc:sldMk cId="2520024264" sldId="276"/>
            <ac:grpSpMk id="44" creationId="{DAA26DFA-AAB2-4973-9C17-16D587C7B198}"/>
          </ac:grpSpMkLst>
        </pc:grpChg>
        <pc:grpChg chg="add del">
          <ac:chgData name="Sami Alshammari" userId="4f974268-3c7f-4197-a98a-371198480936" providerId="ADAL" clId="{5E71A105-2FD3-4CB5-93C1-7E936E5CFD91}" dt="2026-01-11T09:59:17.968" v="844" actId="26606"/>
          <ac:grpSpMkLst>
            <pc:docMk/>
            <pc:sldMk cId="2520024264" sldId="276"/>
            <ac:grpSpMk id="51" creationId="{5D1A9D8B-3117-4D9D-BDA4-DD81895098B0}"/>
          </ac:grpSpMkLst>
        </pc:grpChg>
        <pc:grpChg chg="add del">
          <ac:chgData name="Sami Alshammari" userId="4f974268-3c7f-4197-a98a-371198480936" providerId="ADAL" clId="{5E71A105-2FD3-4CB5-93C1-7E936E5CFD91}" dt="2026-01-11T09:59:26.536" v="848" actId="26606"/>
          <ac:grpSpMkLst>
            <pc:docMk/>
            <pc:sldMk cId="2520024264" sldId="276"/>
            <ac:grpSpMk id="66" creationId="{A23D792D-D9F2-4EB4-ADE2-65A518DA6489}"/>
          </ac:grpSpMkLst>
        </pc:grpChg>
        <pc:grpChg chg="add del">
          <ac:chgData name="Sami Alshammari" userId="4f974268-3c7f-4197-a98a-371198480936" providerId="ADAL" clId="{5E71A105-2FD3-4CB5-93C1-7E936E5CFD91}" dt="2026-01-11T09:59:27.296" v="851" actId="26606"/>
          <ac:grpSpMkLst>
            <pc:docMk/>
            <pc:sldMk cId="2520024264" sldId="276"/>
            <ac:grpSpMk id="78" creationId="{50C536A3-D654-4FB9-BB50-B236B87BBF34}"/>
          </ac:grpSpMkLst>
        </pc:grpChg>
        <pc:graphicFrameChg chg="add del">
          <ac:chgData name="Sami Alshammari" userId="4f974268-3c7f-4197-a98a-371198480936" providerId="ADAL" clId="{5E71A105-2FD3-4CB5-93C1-7E936E5CFD91}" dt="2026-01-11T09:58:48.821" v="835" actId="26606"/>
          <ac:graphicFrameMkLst>
            <pc:docMk/>
            <pc:sldMk cId="2520024264" sldId="276"/>
            <ac:graphicFrameMk id="15" creationId="{A3F83FDC-E90E-94F3-8AE3-0D1761B86DBB}"/>
          </ac:graphicFrameMkLst>
        </pc:graphicFrameChg>
        <pc:cxnChg chg="add del">
          <ac:chgData name="Sami Alshammari" userId="4f974268-3c7f-4197-a98a-371198480936" providerId="ADAL" clId="{5E71A105-2FD3-4CB5-93C1-7E936E5CFD91}" dt="2026-01-11T09:59:19.790" v="846" actId="26606"/>
          <ac:cxnSpMkLst>
            <pc:docMk/>
            <pc:sldMk cId="2520024264" sldId="276"/>
            <ac:cxnSpMk id="62" creationId="{23AAC9B5-8015-485C-ACF9-A750390E9A56}"/>
          </ac:cxnSpMkLst>
        </pc:cxnChg>
        <pc:cxnChg chg="add del">
          <ac:chgData name="Sami Alshammari" userId="4f974268-3c7f-4197-a98a-371198480936" providerId="ADAL" clId="{5E71A105-2FD3-4CB5-93C1-7E936E5CFD91}" dt="2026-01-11T09:59:27.296" v="851" actId="26606"/>
          <ac:cxnSpMkLst>
            <pc:docMk/>
            <pc:sldMk cId="2520024264" sldId="276"/>
            <ac:cxnSpMk id="75" creationId="{18710E47-0781-4953-BBDA-8EF627A73126}"/>
          </ac:cxnSpMkLst>
        </pc:cxnChg>
        <pc:cxnChg chg="add del">
          <ac:chgData name="Sami Alshammari" userId="4f974268-3c7f-4197-a98a-371198480936" providerId="ADAL" clId="{5E71A105-2FD3-4CB5-93C1-7E936E5CFD91}" dt="2026-01-11T09:59:27.296" v="851" actId="26606"/>
          <ac:cxnSpMkLst>
            <pc:docMk/>
            <pc:sldMk cId="2520024264" sldId="276"/>
            <ac:cxnSpMk id="77" creationId="{125D265C-1D38-4B36-8572-366ED6A60786}"/>
          </ac:cxnSpMkLst>
        </pc:cxnChg>
        <pc:cxnChg chg="add">
          <ac:chgData name="Sami Alshammari" userId="4f974268-3c7f-4197-a98a-371198480936" providerId="ADAL" clId="{5E71A105-2FD3-4CB5-93C1-7E936E5CFD91}" dt="2026-01-11T09:59:29.564" v="855" actId="26606"/>
          <ac:cxnSpMkLst>
            <pc:docMk/>
            <pc:sldMk cId="2520024264" sldId="276"/>
            <ac:cxnSpMk id="94" creationId="{23AAC9B5-8015-485C-ACF9-A750390E9A56}"/>
          </ac:cxnSpMkLst>
        </pc:cxnChg>
      </pc:sldChg>
      <pc:sldChg chg="addSp delSp add del setBg delDesignElem">
        <pc:chgData name="Sami Alshammari" userId="4f974268-3c7f-4197-a98a-371198480936" providerId="ADAL" clId="{5E71A105-2FD3-4CB5-93C1-7E936E5CFD91}" dt="2026-01-11T09:19:07.421" v="755"/>
        <pc:sldMkLst>
          <pc:docMk/>
          <pc:sldMk cId="548189605" sldId="277"/>
        </pc:sldMkLst>
        <pc:spChg chg="add del">
          <ac:chgData name="Sami Alshammari" userId="4f974268-3c7f-4197-a98a-371198480936" providerId="ADAL" clId="{5E71A105-2FD3-4CB5-93C1-7E936E5CFD91}" dt="2026-01-11T09:19:07.421" v="755"/>
          <ac:spMkLst>
            <pc:docMk/>
            <pc:sldMk cId="548189605" sldId="277"/>
            <ac:spMk id="22" creationId="{978631E6-CB25-0333-08B6-F1F249DD601F}"/>
          </ac:spMkLst>
        </pc:spChg>
        <pc:spChg chg="add del">
          <ac:chgData name="Sami Alshammari" userId="4f974268-3c7f-4197-a98a-371198480936" providerId="ADAL" clId="{5E71A105-2FD3-4CB5-93C1-7E936E5CFD91}" dt="2026-01-11T09:19:07.421" v="755"/>
          <ac:spMkLst>
            <pc:docMk/>
            <pc:sldMk cId="548189605" sldId="277"/>
            <ac:spMk id="25" creationId="{58741031-297A-8FD4-6D24-AF4B91C1D143}"/>
          </ac:spMkLst>
        </pc:spChg>
        <pc:spChg chg="add del">
          <ac:chgData name="Sami Alshammari" userId="4f974268-3c7f-4197-a98a-371198480936" providerId="ADAL" clId="{5E71A105-2FD3-4CB5-93C1-7E936E5CFD91}" dt="2026-01-11T09:19:07.421" v="755"/>
          <ac:spMkLst>
            <pc:docMk/>
            <pc:sldMk cId="548189605" sldId="277"/>
            <ac:spMk id="26" creationId="{0B6E433B-C208-EE67-7749-2923C6A6D582}"/>
          </ac:spMkLst>
        </pc:spChg>
        <pc:spChg chg="add del">
          <ac:chgData name="Sami Alshammari" userId="4f974268-3c7f-4197-a98a-371198480936" providerId="ADAL" clId="{5E71A105-2FD3-4CB5-93C1-7E936E5CFD91}" dt="2026-01-11T09:19:07.421" v="755"/>
          <ac:spMkLst>
            <pc:docMk/>
            <pc:sldMk cId="548189605" sldId="277"/>
            <ac:spMk id="27" creationId="{7158FE0C-7DF3-A720-E539-4780F52A5EE9}"/>
          </ac:spMkLst>
        </pc:spChg>
        <pc:spChg chg="add del">
          <ac:chgData name="Sami Alshammari" userId="4f974268-3c7f-4197-a98a-371198480936" providerId="ADAL" clId="{5E71A105-2FD3-4CB5-93C1-7E936E5CFD91}" dt="2026-01-11T09:19:07.421" v="755"/>
          <ac:spMkLst>
            <pc:docMk/>
            <pc:sldMk cId="548189605" sldId="277"/>
            <ac:spMk id="28" creationId="{401889F4-B97F-E95B-221E-A8F067ABE148}"/>
          </ac:spMkLst>
        </pc:spChg>
        <pc:spChg chg="add del">
          <ac:chgData name="Sami Alshammari" userId="4f974268-3c7f-4197-a98a-371198480936" providerId="ADAL" clId="{5E71A105-2FD3-4CB5-93C1-7E936E5CFD91}" dt="2026-01-11T09:19:07.421" v="755"/>
          <ac:spMkLst>
            <pc:docMk/>
            <pc:sldMk cId="548189605" sldId="277"/>
            <ac:spMk id="29" creationId="{BAFFDCF8-E12B-8333-B0D5-311D678F6980}"/>
          </ac:spMkLst>
        </pc:spChg>
        <pc:spChg chg="add del">
          <ac:chgData name="Sami Alshammari" userId="4f974268-3c7f-4197-a98a-371198480936" providerId="ADAL" clId="{5E71A105-2FD3-4CB5-93C1-7E936E5CFD91}" dt="2026-01-11T09:19:07.421" v="755"/>
          <ac:spMkLst>
            <pc:docMk/>
            <pc:sldMk cId="548189605" sldId="277"/>
            <ac:spMk id="30" creationId="{2D4271CE-B804-D77B-E256-34885D947133}"/>
          </ac:spMkLst>
        </pc:spChg>
      </pc:sldChg>
      <pc:sldChg chg="delSp add setBg delDesignElem">
        <pc:chgData name="Sami Alshammari" userId="4f974268-3c7f-4197-a98a-371198480936" providerId="ADAL" clId="{5E71A105-2FD3-4CB5-93C1-7E936E5CFD91}" dt="2026-01-11T10:05:11.761" v="913"/>
        <pc:sldMkLst>
          <pc:docMk/>
          <pc:sldMk cId="3115325431" sldId="277"/>
        </pc:sldMkLst>
        <pc:spChg chg="del">
          <ac:chgData name="Sami Alshammari" userId="4f974268-3c7f-4197-a98a-371198480936" providerId="ADAL" clId="{5E71A105-2FD3-4CB5-93C1-7E936E5CFD91}" dt="2026-01-11T10:05:11.761" v="913"/>
          <ac:spMkLst>
            <pc:docMk/>
            <pc:sldMk cId="3115325431" sldId="277"/>
            <ac:spMk id="91" creationId="{1DD5878B-CD7F-79B9-D83B-90B1F15483DC}"/>
          </ac:spMkLst>
        </pc:spChg>
        <pc:spChg chg="del">
          <ac:chgData name="Sami Alshammari" userId="4f974268-3c7f-4197-a98a-371198480936" providerId="ADAL" clId="{5E71A105-2FD3-4CB5-93C1-7E936E5CFD91}" dt="2026-01-11T10:05:11.761" v="913"/>
          <ac:spMkLst>
            <pc:docMk/>
            <pc:sldMk cId="3115325431" sldId="277"/>
            <ac:spMk id="92" creationId="{84040050-633D-4553-3393-285FE9B1D853}"/>
          </ac:spMkLst>
        </pc:spChg>
        <pc:spChg chg="del">
          <ac:chgData name="Sami Alshammari" userId="4f974268-3c7f-4197-a98a-371198480936" providerId="ADAL" clId="{5E71A105-2FD3-4CB5-93C1-7E936E5CFD91}" dt="2026-01-11T10:05:11.761" v="913"/>
          <ac:spMkLst>
            <pc:docMk/>
            <pc:sldMk cId="3115325431" sldId="277"/>
            <ac:spMk id="93" creationId="{BC6F8BB5-0A40-4496-FBAA-9D52A96C45E6}"/>
          </ac:spMkLst>
        </pc:spChg>
        <pc:cxnChg chg="del">
          <ac:chgData name="Sami Alshammari" userId="4f974268-3c7f-4197-a98a-371198480936" providerId="ADAL" clId="{5E71A105-2FD3-4CB5-93C1-7E936E5CFD91}" dt="2026-01-11T10:05:11.761" v="913"/>
          <ac:cxnSpMkLst>
            <pc:docMk/>
            <pc:sldMk cId="3115325431" sldId="277"/>
            <ac:cxnSpMk id="94" creationId="{8150A07C-1FE0-EB3D-E21C-4464400F313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134706B-150F-487B-B4FB-34C10219C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FD23E7-C75D-4AFA-A4D4-BE55581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477229" y="181596"/>
            <a:ext cx="6189541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5283" y="1332170"/>
            <a:ext cx="4155791" cy="2149412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anose="02020603050405020304" pitchFamily="18" charset="-78"/>
                <a:cs typeface="Andalus" panose="02020603050405020304" pitchFamily="18" charset="-78"/>
              </a:rPr>
              <a:t>AI Solutions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6251" y="3578955"/>
            <a:ext cx="6293853" cy="1053201"/>
          </a:xfrm>
        </p:spPr>
        <p:txBody>
          <a:bodyPr>
            <a:no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Digital transformation strategies and enabling AI</a:t>
            </a:r>
          </a:p>
          <a:p>
            <a:pPr>
              <a:defRPr sz="1600" i="1"/>
            </a:pPr>
            <a:r>
              <a:rPr lang="ar-SA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التحول الرقمي والذكاء الاصطناعي المؤسسي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Andalus" panose="02020603050405020304" pitchFamily="18" charset="-78"/>
            </a:endParaRPr>
          </a:p>
        </p:txBody>
      </p:sp>
      <p:pic>
        <p:nvPicPr>
          <p:cNvPr id="4" name="Picture 3" descr="78A3862A-D583-41E0-9AF0-082430A8FDC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9388" y="-124744"/>
            <a:ext cx="954893" cy="11240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 descr="AI_logo_replaced.png">
            <a:extLst>
              <a:ext uri="{FF2B5EF4-FFF2-40B4-BE49-F238E27FC236}">
                <a16:creationId xmlns:a16="http://schemas.microsoft.com/office/drawing/2014/main" id="{DFA8A2A2-ED3A-EE36-2F85-0C032EACC6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6300" y="365125"/>
            <a:ext cx="3829048" cy="19527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Strategic Overview</a:t>
            </a: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4587427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Graphic 8" descr="Head with Gears">
            <a:extLst>
              <a:ext uri="{FF2B5EF4-FFF2-40B4-BE49-F238E27FC236}">
                <a16:creationId xmlns:a16="http://schemas.microsoft.com/office/drawing/2014/main" id="{AFE100FE-523B-D89E-8FB9-3DB74FE03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51" y="2317509"/>
            <a:ext cx="1730876" cy="1730876"/>
          </a:xfrm>
          <a:prstGeom prst="rect">
            <a:avLst/>
          </a:prstGeom>
        </p:spPr>
      </p:pic>
      <p:pic>
        <p:nvPicPr>
          <p:cNvPr id="3" name="Picture 2" descr="78A3862A-D583-41E0-9AF0-082430A8FDC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7AC2ABCD-41C9-0D84-7A84-8D16C499C2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0A8A2A-DDE3-93A3-E8B1-801C8DBFC36F}"/>
              </a:ext>
            </a:extLst>
          </p:cNvPr>
          <p:cNvSpPr txBox="1"/>
          <p:nvPr/>
        </p:nvSpPr>
        <p:spPr>
          <a:xfrm>
            <a:off x="3379230" y="2848763"/>
            <a:ext cx="6005094" cy="1526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algn="ctr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tx1"/>
                </a:solidFill>
              </a:rPr>
              <a:t>Positioning AI as an enterprise enabler</a:t>
            </a:r>
            <a:br>
              <a:rPr lang="en-US" sz="2000" i="1" dirty="0">
                <a:solidFill>
                  <a:schemeClr val="tx1"/>
                </a:solidFill>
              </a:rPr>
            </a:br>
            <a:r>
              <a:rPr lang="en-US" sz="1400" dirty="0" err="1"/>
              <a:t>اعتماد</a:t>
            </a:r>
            <a:r>
              <a:rPr lang="en-US" sz="1400" dirty="0"/>
              <a:t> </a:t>
            </a:r>
            <a:r>
              <a:rPr lang="en-US" sz="1400" dirty="0" err="1"/>
              <a:t>الذكاء</a:t>
            </a:r>
            <a:r>
              <a:rPr lang="en-US" sz="1400" dirty="0"/>
              <a:t> </a:t>
            </a:r>
            <a:r>
              <a:rPr lang="en-US" sz="1400" dirty="0" err="1"/>
              <a:t>الاصطناعي</a:t>
            </a:r>
            <a:r>
              <a:rPr lang="en-US" sz="1400" dirty="0"/>
              <a:t> </a:t>
            </a:r>
            <a:r>
              <a:rPr lang="en-US" sz="1400" dirty="0" err="1"/>
              <a:t>كأداة</a:t>
            </a:r>
            <a:r>
              <a:rPr lang="en-US" sz="1400" dirty="0"/>
              <a:t> </a:t>
            </a:r>
            <a:r>
              <a:rPr lang="en-US" sz="1400" dirty="0" err="1"/>
              <a:t>تمكين</a:t>
            </a:r>
            <a:r>
              <a:rPr lang="en-US" sz="1400" dirty="0"/>
              <a:t> </a:t>
            </a:r>
            <a:r>
              <a:rPr lang="en-US" sz="1400" dirty="0" err="1"/>
              <a:t>مؤسسي</a:t>
            </a:r>
            <a:br>
              <a:rPr lang="en-US" sz="1400" dirty="0"/>
            </a:br>
            <a:br>
              <a:rPr lang="en-US" sz="2000" i="1" dirty="0"/>
            </a:br>
            <a:r>
              <a:rPr lang="en-US" sz="2000" i="1" dirty="0"/>
              <a:t>Improving operational efficiency and decision quality</a:t>
            </a:r>
          </a:p>
          <a:p>
            <a:pPr indent="-228600" algn="ctr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 dirty="0" err="1"/>
              <a:t>تحسين</a:t>
            </a:r>
            <a:r>
              <a:rPr lang="en-US" sz="2000" i="1" dirty="0"/>
              <a:t> </a:t>
            </a:r>
            <a:r>
              <a:rPr lang="en-US" sz="2000" i="1" dirty="0" err="1"/>
              <a:t>الكفاءة</a:t>
            </a:r>
            <a:r>
              <a:rPr lang="en-US" sz="2000" i="1" dirty="0"/>
              <a:t> </a:t>
            </a:r>
            <a:r>
              <a:rPr lang="en-US" sz="2000" i="1" dirty="0" err="1"/>
              <a:t>وجودة</a:t>
            </a:r>
            <a:r>
              <a:rPr lang="en-US" sz="2000" i="1" dirty="0"/>
              <a:t> </a:t>
            </a:r>
            <a:r>
              <a:rPr lang="en-US" sz="2000" i="1" dirty="0" err="1"/>
              <a:t>القرار</a:t>
            </a:r>
            <a:endParaRPr lang="en-US" sz="2000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393D8-322D-DA02-DD2E-3D7853748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144C9-067F-3B37-1AA8-AF49A6DC8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401" y="365125"/>
            <a:ext cx="3829048" cy="19527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Strategic Objectives</a:t>
            </a:r>
            <a:endParaRPr lang="en-US" dirty="0"/>
          </a:p>
        </p:txBody>
      </p:sp>
      <p:pic>
        <p:nvPicPr>
          <p:cNvPr id="9" name="Graphic 8" descr="Head with Gears">
            <a:extLst>
              <a:ext uri="{FF2B5EF4-FFF2-40B4-BE49-F238E27FC236}">
                <a16:creationId xmlns:a16="http://schemas.microsoft.com/office/drawing/2014/main" id="{686AB914-0C0D-0346-C529-70271F30F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51" y="2317509"/>
            <a:ext cx="1730876" cy="1730876"/>
          </a:xfrm>
          <a:prstGeom prst="rect">
            <a:avLst/>
          </a:prstGeom>
        </p:spPr>
      </p:pic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732AFB32-1142-07B4-B02F-E37E3806E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A2D458FC-FEEA-2DC3-4B5F-33EDF4A974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4F450A-6224-1002-0377-2DEA3CC809BE}"/>
              </a:ext>
            </a:extLst>
          </p:cNvPr>
          <p:cNvSpPr txBox="1"/>
          <p:nvPr/>
        </p:nvSpPr>
        <p:spPr>
          <a:xfrm>
            <a:off x="3181378" y="2736468"/>
            <a:ext cx="600509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i="1" dirty="0"/>
              <a:t>Accelerate project delivery</a:t>
            </a:r>
            <a:br>
              <a:rPr lang="en-US" sz="2800" i="1" dirty="0"/>
            </a:br>
            <a:r>
              <a:rPr lang="ar-SA" sz="2000" dirty="0"/>
              <a:t>تسريع إنجاز المشاريع</a:t>
            </a:r>
            <a:br>
              <a:rPr lang="en-US" sz="2000" dirty="0"/>
            </a:br>
            <a:br>
              <a:rPr lang="ar-SA" sz="2800" dirty="0"/>
            </a:br>
            <a:r>
              <a:rPr lang="en-US" sz="2800" i="1" dirty="0"/>
              <a:t>Reduce operational risks</a:t>
            </a:r>
            <a:br>
              <a:rPr lang="en-US" sz="2800" i="1" dirty="0"/>
            </a:br>
            <a:r>
              <a:rPr lang="ar-SA" sz="2000" dirty="0"/>
              <a:t>تقليل المخاطر التشغيلية</a:t>
            </a:r>
            <a:br>
              <a:rPr lang="ar-SA" sz="2000" dirty="0"/>
            </a:br>
            <a:endParaRPr lang="en-US" sz="2000" dirty="0"/>
          </a:p>
          <a:p>
            <a:pPr algn="ctr"/>
            <a:r>
              <a:rPr lang="en-US" sz="2800" i="1" dirty="0"/>
              <a:t>Build a scalable transformation model</a:t>
            </a:r>
            <a:br>
              <a:rPr lang="en-US" sz="2800" i="1" dirty="0"/>
            </a:br>
            <a:r>
              <a:rPr lang="ar-SA" sz="2000" dirty="0"/>
              <a:t>بناء نموذج قابل للتوسع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36140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06D24-7A11-4070-F760-90755E064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2512F0-B9AC-37F6-E8BB-3D62CFB64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Operating Model</a:t>
            </a:r>
            <a:endParaRPr lang="en-US" sz="4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B8709A-2399-A52F-8EEF-D155C967E475}"/>
              </a:ext>
            </a:extLst>
          </p:cNvPr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900" b="1" i="1" dirty="0"/>
              <a:t>AI per department</a:t>
            </a:r>
            <a:endParaRPr lang="en-US" sz="1900" b="1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900" dirty="0" err="1"/>
              <a:t>أداة</a:t>
            </a:r>
            <a:r>
              <a:rPr lang="en-US" sz="1900" dirty="0"/>
              <a:t> </a:t>
            </a:r>
            <a:r>
              <a:rPr lang="en-US" sz="1900" dirty="0" err="1"/>
              <a:t>ذكاء</a:t>
            </a:r>
            <a:r>
              <a:rPr lang="en-US" sz="1900" dirty="0"/>
              <a:t> </a:t>
            </a:r>
            <a:r>
              <a:rPr lang="en-US" sz="1900" dirty="0" err="1"/>
              <a:t>اصطناعي</a:t>
            </a:r>
            <a:r>
              <a:rPr lang="en-US" sz="1900" dirty="0"/>
              <a:t> </a:t>
            </a:r>
            <a:r>
              <a:rPr lang="en-US" sz="1900" dirty="0" err="1"/>
              <a:t>لكل</a:t>
            </a:r>
            <a:r>
              <a:rPr lang="en-US" sz="1900" dirty="0"/>
              <a:t> </a:t>
            </a:r>
            <a:r>
              <a:rPr lang="en-US" sz="1900" dirty="0" err="1"/>
              <a:t>إدارة</a:t>
            </a:r>
            <a:br>
              <a:rPr lang="en-US" sz="1900" dirty="0"/>
            </a:br>
            <a:br>
              <a:rPr lang="en-US" sz="1900" dirty="0"/>
            </a:br>
            <a:r>
              <a:rPr lang="en-US" sz="1900" b="1" i="1" dirty="0"/>
              <a:t>Centralized platform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900" dirty="0" err="1"/>
              <a:t>منصة</a:t>
            </a:r>
            <a:r>
              <a:rPr lang="en-US" sz="1900" dirty="0"/>
              <a:t> </a:t>
            </a:r>
            <a:r>
              <a:rPr lang="en-US" sz="1900" dirty="0" err="1"/>
              <a:t>مركزية</a:t>
            </a:r>
            <a:r>
              <a:rPr lang="en-US" sz="1900" dirty="0"/>
              <a:t> </a:t>
            </a:r>
            <a:r>
              <a:rPr lang="en-US" sz="1900" dirty="0" err="1"/>
              <a:t>موحدة</a:t>
            </a:r>
            <a:br>
              <a:rPr lang="en-US" sz="1900" dirty="0"/>
            </a:br>
            <a:br>
              <a:rPr lang="en-US" sz="1900" dirty="0"/>
            </a:br>
            <a:r>
              <a:rPr lang="en-US" sz="1900" b="1" i="1" dirty="0"/>
              <a:t>Supervisory AI</a:t>
            </a:r>
            <a:br>
              <a:rPr lang="en-US" sz="1900" b="1" i="1" dirty="0"/>
            </a:br>
            <a:r>
              <a:rPr lang="en-US" sz="1900" dirty="0" err="1"/>
              <a:t>ذكاء</a:t>
            </a:r>
            <a:r>
              <a:rPr lang="en-US" sz="1900" dirty="0"/>
              <a:t> </a:t>
            </a:r>
            <a:r>
              <a:rPr lang="en-US" sz="1900" dirty="0" err="1"/>
              <a:t>اصطناعي</a:t>
            </a:r>
            <a:r>
              <a:rPr lang="en-US" sz="1900" dirty="0"/>
              <a:t> </a:t>
            </a:r>
            <a:r>
              <a:rPr lang="en-US" sz="1900" dirty="0" err="1"/>
              <a:t>إشرافي</a:t>
            </a:r>
            <a:endParaRPr lang="en-US" sz="1900" dirty="0"/>
          </a:p>
        </p:txBody>
      </p:sp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2A0AB293-CC3D-D473-77B6-5CDE586F1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B7D350DD-0A2A-998E-4C5C-F579534E38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98271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B7210-CF30-5462-A0FE-ABBD4D44B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346F2A-8AEA-173E-84FD-EC8577F84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Finance Department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2DF642-6DEF-1EE3-B33B-48473DF1AA60}"/>
              </a:ext>
            </a:extLst>
          </p:cNvPr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1900" u="sng" dirty="0"/>
            </a:br>
            <a:r>
              <a:rPr lang="en-US" sz="1900" b="1" u="sng" dirty="0"/>
              <a:t>Financial Impact  -  tool AI</a:t>
            </a:r>
            <a:endParaRPr lang="en-US" sz="1900" u="sng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1900" b="1" u="sng" dirty="0"/>
            </a:br>
            <a:br>
              <a:rPr lang="en-US" sz="1900" dirty="0"/>
            </a:br>
            <a:r>
              <a:rPr lang="en-US" sz="1900" b="1" i="1" dirty="0"/>
              <a:t>Financial impact analysis</a:t>
            </a:r>
            <a:br>
              <a:rPr lang="en-US" sz="1900" i="1" dirty="0"/>
            </a:br>
            <a:r>
              <a:rPr lang="en-US" sz="1900" dirty="0" err="1"/>
              <a:t>تحليل</a:t>
            </a:r>
            <a:r>
              <a:rPr lang="en-US" sz="1900" dirty="0"/>
              <a:t> </a:t>
            </a:r>
            <a:r>
              <a:rPr lang="en-US" sz="1900" dirty="0" err="1"/>
              <a:t>الأثر</a:t>
            </a:r>
            <a:r>
              <a:rPr lang="en-US" sz="1900" dirty="0"/>
              <a:t> </a:t>
            </a:r>
            <a:r>
              <a:rPr lang="en-US" sz="1900" dirty="0" err="1"/>
              <a:t>المالي</a:t>
            </a:r>
            <a:br>
              <a:rPr lang="en-US" sz="1900" dirty="0"/>
            </a:br>
            <a:br>
              <a:rPr lang="en-US" sz="1900" dirty="0"/>
            </a:br>
            <a:r>
              <a:rPr lang="en-US" sz="1900" b="1" i="1" dirty="0"/>
              <a:t>Risk evaluation</a:t>
            </a:r>
            <a:br>
              <a:rPr lang="en-US" sz="1900" i="1" dirty="0"/>
            </a:br>
            <a:r>
              <a:rPr lang="en-US" sz="1900" dirty="0" err="1"/>
              <a:t>تقييم</a:t>
            </a:r>
            <a:r>
              <a:rPr lang="en-US" sz="1900" dirty="0"/>
              <a:t> </a:t>
            </a:r>
            <a:r>
              <a:rPr lang="en-US" sz="1900" dirty="0" err="1"/>
              <a:t>المخاطر</a:t>
            </a:r>
            <a:endParaRPr lang="en-US" sz="19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1900" dirty="0"/>
            </a:br>
            <a:r>
              <a:rPr lang="en-US" sz="1900" i="1" dirty="0"/>
              <a:t>Approval support</a:t>
            </a:r>
            <a:br>
              <a:rPr lang="en-US" sz="1900" i="1" dirty="0"/>
            </a:br>
            <a:r>
              <a:rPr lang="en-US" sz="1900" dirty="0" err="1"/>
              <a:t>دعم</a:t>
            </a:r>
            <a:r>
              <a:rPr lang="en-US" sz="1900" dirty="0"/>
              <a:t> </a:t>
            </a:r>
            <a:r>
              <a:rPr lang="en-US" sz="1900" dirty="0" err="1"/>
              <a:t>الاعتماد</a:t>
            </a:r>
            <a:endParaRPr lang="en-US" sz="1900" dirty="0"/>
          </a:p>
        </p:txBody>
      </p:sp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02C91D5C-5B15-6162-F242-0E9C53FE9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2DD3B007-5D75-F72E-8454-27E1A78A1D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85830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CF010-2ADA-FDCA-81AA-AE5D708B8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5EBAD7-13EF-1EFD-7676-8A3FEA931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300" y="365125"/>
            <a:ext cx="3829048" cy="19527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Planning Department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4587427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7" name="Graphic 16" descr="Stopwatch">
            <a:extLst>
              <a:ext uri="{FF2B5EF4-FFF2-40B4-BE49-F238E27FC236}">
                <a16:creationId xmlns:a16="http://schemas.microsoft.com/office/drawing/2014/main" id="{4CE7A12E-A57A-D643-9BAE-078A8CE2E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685" y="2954133"/>
            <a:ext cx="949734" cy="9497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55DCE04-9A66-3C80-1394-AE692DB4AFFA}"/>
              </a:ext>
            </a:extLst>
          </p:cNvPr>
          <p:cNvSpPr txBox="1"/>
          <p:nvPr/>
        </p:nvSpPr>
        <p:spPr>
          <a:xfrm>
            <a:off x="4686300" y="2497257"/>
            <a:ext cx="3829048" cy="3679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Planning &amp; Timeline -tool AI</a:t>
            </a:r>
            <a:endParaRPr lang="en-US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dirty="0"/>
            </a:br>
            <a:br>
              <a:rPr lang="en-US" dirty="0"/>
            </a:br>
            <a:r>
              <a:rPr lang="en-US" i="1" dirty="0"/>
              <a:t>Automated timelines</a:t>
            </a:r>
            <a:br>
              <a:rPr lang="en-US" i="1" dirty="0"/>
            </a:br>
            <a:r>
              <a:rPr lang="en-US" dirty="0" err="1"/>
              <a:t>إنشاء</a:t>
            </a:r>
            <a:r>
              <a:rPr lang="en-US" dirty="0"/>
              <a:t> </a:t>
            </a:r>
            <a:r>
              <a:rPr lang="en-US" dirty="0" err="1"/>
              <a:t>الجداول</a:t>
            </a:r>
            <a:r>
              <a:rPr lang="en-US" dirty="0"/>
              <a:t> </a:t>
            </a:r>
            <a:r>
              <a:rPr lang="en-US" dirty="0" err="1"/>
              <a:t>الزمنية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Delay prediction</a:t>
            </a:r>
            <a:br>
              <a:rPr lang="en-US" i="1" dirty="0"/>
            </a:br>
            <a:r>
              <a:rPr lang="en-US" dirty="0" err="1"/>
              <a:t>التنبؤ</a:t>
            </a:r>
            <a:r>
              <a:rPr lang="en-US" dirty="0"/>
              <a:t> </a:t>
            </a:r>
            <a:r>
              <a:rPr lang="en-US" dirty="0" err="1"/>
              <a:t>بالتأخير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Dependency alignment</a:t>
            </a:r>
            <a:endParaRPr lang="en-US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 err="1"/>
              <a:t>ربط</a:t>
            </a:r>
            <a:r>
              <a:rPr lang="en-US" dirty="0"/>
              <a:t> </a:t>
            </a:r>
            <a:r>
              <a:rPr lang="en-US" dirty="0" err="1"/>
              <a:t>الاعتماديات</a:t>
            </a:r>
            <a:endParaRPr lang="en-US" dirty="0"/>
          </a:p>
        </p:txBody>
      </p:sp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A7076B78-2D88-BA29-1C48-3D1CE5DE1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5A335416-1A3E-817A-F4CC-D1A16F7074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82724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B1FBAC-0F2B-7503-7035-DFFA1880A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D3BC65-01AA-34AB-5322-5A1DF5D9B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1594707"/>
            <a:ext cx="7375161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Design Department</a:t>
            </a:r>
            <a:endParaRPr lang="en-US" sz="31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509575" cy="2510865"/>
            <a:chOff x="-305" y="-1"/>
            <a:chExt cx="3832880" cy="2876136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5DDDA02-0189-B21F-656D-031975EC740A}"/>
              </a:ext>
            </a:extLst>
          </p:cNvPr>
          <p:cNvSpPr txBox="1"/>
          <p:nvPr/>
        </p:nvSpPr>
        <p:spPr>
          <a:xfrm>
            <a:off x="2546284" y="3365375"/>
            <a:ext cx="4051201" cy="28643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Design Assistant –tool AI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Design alternatives</a:t>
            </a:r>
            <a:b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اقتراح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بدائل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تصميمية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Change impact analysis</a:t>
            </a:r>
            <a:b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تحليل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أثر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التغيير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Standards compliance</a:t>
            </a:r>
            <a:b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الالتزام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بالمعايير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319752" y="4030420"/>
            <a:ext cx="3878664" cy="1776494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865DE293-8E0B-931D-01B2-17199AA2A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1C7CAC12-F6D2-AEA3-0F4F-1A5C3127A0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3290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07AAE-1F87-779B-B89D-1EC291786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4CE7DF-6A98-5820-B2CC-C5993EEE8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Execution </a:t>
            </a:r>
            <a:br>
              <a:rPr lang="en-US" sz="2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Department</a:t>
            </a: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9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7AE23A-57D5-E44C-934C-F16257993922}"/>
              </a:ext>
            </a:extLst>
          </p:cNvPr>
          <p:cNvSpPr txBox="1"/>
          <p:nvPr/>
        </p:nvSpPr>
        <p:spPr>
          <a:xfrm>
            <a:off x="966978" y="2902913"/>
            <a:ext cx="7387313" cy="3032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Execution Readiness – tool AI</a:t>
            </a:r>
            <a:endParaRPr lang="en-US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i="1" dirty="0"/>
            </a:br>
            <a:r>
              <a:rPr lang="en-US" i="1" dirty="0"/>
              <a:t>Task extraction</a:t>
            </a:r>
            <a:br>
              <a:rPr lang="en-US" i="1" dirty="0"/>
            </a:br>
            <a:r>
              <a:rPr lang="en-US" dirty="0" err="1"/>
              <a:t>استخراج</a:t>
            </a:r>
            <a:r>
              <a:rPr lang="en-US" dirty="0"/>
              <a:t> </a:t>
            </a:r>
            <a:r>
              <a:rPr lang="en-US" dirty="0" err="1"/>
              <a:t>المهام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Risk detection</a:t>
            </a:r>
            <a:br>
              <a:rPr lang="en-US" i="1" dirty="0"/>
            </a:br>
            <a:r>
              <a:rPr lang="en-US" dirty="0" err="1"/>
              <a:t>كشف</a:t>
            </a:r>
            <a:r>
              <a:rPr lang="en-US" dirty="0"/>
              <a:t> </a:t>
            </a:r>
            <a:r>
              <a:rPr lang="en-US" dirty="0" err="1"/>
              <a:t>المخاطر</a:t>
            </a:r>
            <a:endParaRPr lang="en-US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dirty="0"/>
            </a:br>
            <a:r>
              <a:rPr lang="en-US" i="1" dirty="0"/>
              <a:t>Execution readiness</a:t>
            </a:r>
            <a:br>
              <a:rPr lang="en-US" i="1" dirty="0"/>
            </a:br>
            <a:r>
              <a:rPr lang="en-US" dirty="0" err="1"/>
              <a:t>جاهزية</a:t>
            </a:r>
            <a:r>
              <a:rPr lang="en-US" dirty="0"/>
              <a:t> </a:t>
            </a:r>
            <a:r>
              <a:rPr lang="en-US" dirty="0" err="1"/>
              <a:t>التنفيذ</a:t>
            </a:r>
            <a:endParaRPr lang="en-US" dirty="0"/>
          </a:p>
        </p:txBody>
      </p:sp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97717B63-34AF-3DEA-17A7-765632EFB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446057CE-5662-ED0C-4723-9B15E1DC24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51849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BA0E34-857E-5F93-E3CA-7C5978BBE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03F389-D736-DD74-916E-E61E17120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Supervisory AI</a:t>
            </a:r>
            <a:endParaRPr lang="en-US" sz="4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202259-AF86-51F0-7AC4-7334789D998D}"/>
              </a:ext>
            </a:extLst>
          </p:cNvPr>
          <p:cNvSpPr txBox="1"/>
          <p:nvPr/>
        </p:nvSpPr>
        <p:spPr>
          <a:xfrm>
            <a:off x="966978" y="2902913"/>
            <a:ext cx="7387313" cy="3032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i="1" dirty="0"/>
              <a:t>Monitor all AI tools</a:t>
            </a:r>
            <a:br>
              <a:rPr lang="en-US" sz="2000" b="1" i="1" dirty="0"/>
            </a:br>
            <a:r>
              <a:rPr lang="en-US" sz="2000" dirty="0" err="1"/>
              <a:t>مراقبة</a:t>
            </a:r>
            <a:r>
              <a:rPr lang="en-US" sz="2000" dirty="0"/>
              <a:t> </a:t>
            </a:r>
            <a:r>
              <a:rPr lang="en-US" sz="2000" dirty="0" err="1"/>
              <a:t>جميع</a:t>
            </a:r>
            <a:r>
              <a:rPr lang="en-US" sz="2000" dirty="0"/>
              <a:t> </a:t>
            </a:r>
            <a:r>
              <a:rPr lang="en-US" sz="2000" dirty="0" err="1"/>
              <a:t>الأدوات</a:t>
            </a: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2000" dirty="0"/>
            </a:br>
            <a:r>
              <a:rPr lang="en-US" sz="2000" b="1" i="1" dirty="0"/>
              <a:t>Ensure consistency</a:t>
            </a:r>
            <a:br>
              <a:rPr lang="en-US" sz="2000" i="1" dirty="0"/>
            </a:br>
            <a:r>
              <a:rPr lang="en-US" sz="2000" dirty="0" err="1"/>
              <a:t>ضمان</a:t>
            </a:r>
            <a:r>
              <a:rPr lang="en-US" sz="2000" dirty="0"/>
              <a:t> </a:t>
            </a:r>
            <a:r>
              <a:rPr lang="en-US" sz="2000" dirty="0" err="1"/>
              <a:t>الاتساق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i="1" dirty="0"/>
              <a:t>Executive visibility</a:t>
            </a:r>
            <a:br>
              <a:rPr lang="en-US" sz="2000" i="1" dirty="0"/>
            </a:br>
            <a:r>
              <a:rPr lang="en-US" sz="2000" dirty="0" err="1"/>
              <a:t>رؤية</a:t>
            </a:r>
            <a:r>
              <a:rPr lang="en-US" sz="2000" dirty="0"/>
              <a:t> </a:t>
            </a:r>
            <a:r>
              <a:rPr lang="en-US" sz="2000" dirty="0" err="1"/>
              <a:t>تنفيذية</a:t>
            </a:r>
            <a:r>
              <a:rPr lang="en-US" sz="2000" dirty="0"/>
              <a:t> </a:t>
            </a:r>
            <a:r>
              <a:rPr lang="en-US" sz="2000" dirty="0" err="1"/>
              <a:t>للإدارة</a:t>
            </a:r>
            <a:endParaRPr lang="en-US" sz="2000" dirty="0"/>
          </a:p>
        </p:txBody>
      </p:sp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712B5681-5BA3-33C4-598F-AC3F072A3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285D9459-903C-A417-46A2-397B3EE02D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38332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8D7CB-86A1-5FBF-298D-11E21A09F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40C66A-6F53-4BB2-E5B4-3AE437FE2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KPIs</a:t>
            </a:r>
            <a:endParaRPr lang="en-US" sz="35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951A71-C238-78EB-7A18-B7A4E7AA34DB}"/>
              </a:ext>
            </a:extLst>
          </p:cNvPr>
          <p:cNvSpPr txBox="1"/>
          <p:nvPr/>
        </p:nvSpPr>
        <p:spPr>
          <a:xfrm>
            <a:off x="3607694" y="649480"/>
            <a:ext cx="4916510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1" dirty="0"/>
              <a:t>Delivery time</a:t>
            </a:r>
            <a:br>
              <a:rPr lang="en-US" sz="1700" i="1" dirty="0"/>
            </a:br>
            <a:r>
              <a:rPr lang="en-US" sz="1700" dirty="0" err="1"/>
              <a:t>سرعة</a:t>
            </a:r>
            <a:r>
              <a:rPr lang="en-US" sz="1700" dirty="0"/>
              <a:t> </a:t>
            </a:r>
            <a:r>
              <a:rPr lang="en-US" sz="1700" dirty="0" err="1"/>
              <a:t>الإنجاز</a:t>
            </a:r>
            <a:br>
              <a:rPr lang="en-US" sz="1700" dirty="0"/>
            </a:b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1700" dirty="0"/>
            </a:br>
            <a:r>
              <a:rPr lang="en-US" sz="1700" b="1" i="1" dirty="0"/>
              <a:t>Decision quality</a:t>
            </a:r>
            <a:br>
              <a:rPr lang="en-US" sz="1700" i="1" dirty="0"/>
            </a:br>
            <a:r>
              <a:rPr lang="en-US" sz="1700" dirty="0" err="1"/>
              <a:t>جودة</a:t>
            </a:r>
            <a:r>
              <a:rPr lang="en-US" sz="1700" dirty="0"/>
              <a:t> </a:t>
            </a:r>
            <a:r>
              <a:rPr lang="en-US" sz="1700" dirty="0" err="1"/>
              <a:t>القرار</a:t>
            </a:r>
            <a:br>
              <a:rPr lang="en-US" sz="1700" dirty="0"/>
            </a:br>
            <a:br>
              <a:rPr lang="en-US" sz="1700" dirty="0"/>
            </a:br>
            <a:r>
              <a:rPr lang="en-US" sz="1700" b="1" i="1" dirty="0"/>
              <a:t>Risk reduction</a:t>
            </a:r>
            <a:br>
              <a:rPr lang="en-US" sz="1700" i="1" dirty="0"/>
            </a:br>
            <a:r>
              <a:rPr lang="en-US" sz="1700" dirty="0" err="1"/>
              <a:t>تقليل</a:t>
            </a:r>
            <a:r>
              <a:rPr lang="en-US" sz="1700" dirty="0"/>
              <a:t> </a:t>
            </a:r>
            <a:r>
              <a:rPr lang="en-US" sz="1700" dirty="0" err="1"/>
              <a:t>المخاطر</a:t>
            </a:r>
            <a:br>
              <a:rPr lang="en-US" sz="1700" dirty="0"/>
            </a:br>
            <a:br>
              <a:rPr lang="en-US" sz="1700" dirty="0"/>
            </a:br>
            <a:r>
              <a:rPr lang="en-US" sz="1700" b="1" i="1" dirty="0"/>
              <a:t>AI adoption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تبني</a:t>
            </a:r>
            <a:r>
              <a:rPr lang="en-US" sz="1700" dirty="0"/>
              <a:t> </a:t>
            </a:r>
            <a:r>
              <a:rPr lang="en-US" sz="1700" dirty="0" err="1"/>
              <a:t>الذكاء</a:t>
            </a:r>
            <a:r>
              <a:rPr lang="en-US" sz="1700" dirty="0"/>
              <a:t> </a:t>
            </a:r>
            <a:r>
              <a:rPr lang="en-US" sz="1700" dirty="0" err="1"/>
              <a:t>الاصطناعي</a:t>
            </a:r>
            <a:endParaRPr lang="en-US" sz="1700" dirty="0"/>
          </a:p>
        </p:txBody>
      </p:sp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2EE81767-E7D1-81A3-7BD0-4DAF06138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0DD01151-E787-A3F0-1FFD-8C6BE43A22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50893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B9A69E-F012-F510-106E-0CEBF8AD3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ight Triangle 9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D198B8-C73A-4F8A-C01E-5A29CF758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329" y="1095504"/>
            <a:ext cx="2938441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Digital Transformation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Initiatives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ar-SA" sz="1200" dirty="0"/>
              <a:t>مبادرات التحول الرقمي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Some platforms and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systems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ar-SA" sz="1200" dirty="0"/>
              <a:t>بعض المنصات والأنظمة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19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D32B3913-CB2D-1F51-51A6-8E273DD9BD7F}"/>
              </a:ext>
            </a:extLst>
          </p:cNvPr>
          <p:cNvSpPr txBox="1"/>
          <p:nvPr/>
        </p:nvSpPr>
        <p:spPr>
          <a:xfrm>
            <a:off x="3622333" y="1618666"/>
            <a:ext cx="2678597" cy="33329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Platforms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Decision Support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Performance Indicators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Integrating AI into Business</a:t>
            </a:r>
            <a:br>
              <a:rPr lang="en-US" sz="1500" b="1" dirty="0"/>
            </a:br>
            <a:br>
              <a:rPr lang="en-US" sz="1500" b="1" dirty="0"/>
            </a:br>
            <a:endParaRPr lang="en-US" sz="15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Document AI Platform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Translation Engines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Analytics &amp; Visualization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ISO 42001 Governance</a:t>
            </a:r>
          </a:p>
        </p:txBody>
      </p:sp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949C4E0F-C905-738F-A2C3-61683793A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0AF0C6B4-A797-5B3D-1F74-67CCEC888C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ECC4F0-3766-61A7-85BC-574A289BB15E}"/>
              </a:ext>
            </a:extLst>
          </p:cNvPr>
          <p:cNvSpPr txBox="1"/>
          <p:nvPr/>
        </p:nvSpPr>
        <p:spPr>
          <a:xfrm>
            <a:off x="6189960" y="1406010"/>
            <a:ext cx="2678597" cy="3623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/>
              <a:t>المنصات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/>
              <a:t>دعم اتخاذ القرارات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/>
              <a:t>مؤشرات الأداء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/>
              <a:t>دمج الذكاء الاصطناعي في الأعمال</a:t>
            </a:r>
            <a:br>
              <a:rPr lang="en-US" sz="1400" dirty="0"/>
            </a:br>
            <a:endParaRPr lang="en-US" sz="14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/>
              <a:t>منصة الذكاء الاصطناعي للوثائق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/>
              <a:t>محركات الترجمة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/>
              <a:t>التحليلات والتصور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/>
              <a:t>حوكمة </a:t>
            </a:r>
            <a:r>
              <a:rPr lang="en-US" sz="1400" dirty="0"/>
              <a:t>ISO 42001</a:t>
            </a:r>
          </a:p>
        </p:txBody>
      </p:sp>
    </p:spTree>
    <p:extLst>
      <p:ext uri="{BB962C8B-B14F-4D97-AF65-F5344CB8AC3E}">
        <p14:creationId xmlns:p14="http://schemas.microsoft.com/office/powerpoint/2010/main" val="2520024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81F12-1897-EE17-D6A7-493C06DFF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97E71-1DD3-7A1B-70D2-09E5861C3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329" y="1095504"/>
            <a:ext cx="2938441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Digital Transformation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Initiatives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ar-SA" sz="1200" dirty="0"/>
              <a:t>مبادرات التحول الرقمي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Some platforms and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systems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ar-SA" sz="1200" dirty="0"/>
              <a:t>بعض المنصات والأنظمة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19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02F07E9-7EF7-3916-9013-B45BABE2AFDD}"/>
              </a:ext>
            </a:extLst>
          </p:cNvPr>
          <p:cNvSpPr txBox="1"/>
          <p:nvPr/>
        </p:nvSpPr>
        <p:spPr>
          <a:xfrm>
            <a:off x="3622333" y="1618666"/>
            <a:ext cx="2678597" cy="33329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Platforms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Decision Support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Performance Indicators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Integrating AI into Business</a:t>
            </a:r>
            <a:br>
              <a:rPr lang="en-US" sz="1500" b="1" dirty="0"/>
            </a:br>
            <a:br>
              <a:rPr lang="en-US" sz="1500" b="1" dirty="0"/>
            </a:br>
            <a:endParaRPr lang="en-US" sz="15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Document AI Platform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Translation Engines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Analytics &amp; Visualization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ISO 42001 Governance</a:t>
            </a:r>
          </a:p>
        </p:txBody>
      </p:sp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BE90D54E-8871-CC35-4613-080C707E2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7A5FB75E-4AAF-594E-DC86-4BFFA6EE43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3B62D1-A82E-EBF9-3CB7-568C4BC6CE59}"/>
              </a:ext>
            </a:extLst>
          </p:cNvPr>
          <p:cNvSpPr txBox="1"/>
          <p:nvPr/>
        </p:nvSpPr>
        <p:spPr>
          <a:xfrm>
            <a:off x="6189960" y="1406010"/>
            <a:ext cx="2678597" cy="3623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/>
              <a:t>المنصات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/>
              <a:t>دعم اتخاذ القرارات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/>
              <a:t>مؤشرات الأداء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/>
              <a:t>دمج الذكاء الاصطناعي في الأعمال</a:t>
            </a:r>
            <a:br>
              <a:rPr lang="en-US" sz="1400" dirty="0"/>
            </a:br>
            <a:endParaRPr lang="en-US" sz="14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/>
              <a:t>منصة الذكاء الاصطناعي للوثائق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/>
              <a:t>محركات الترجمة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/>
              <a:t>التحليلات والتصور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/>
              <a:t>حوكمة </a:t>
            </a:r>
            <a:r>
              <a:rPr lang="en-US" sz="1400" dirty="0"/>
              <a:t>ISO 42001</a:t>
            </a:r>
          </a:p>
        </p:txBody>
      </p:sp>
    </p:spTree>
    <p:extLst>
      <p:ext uri="{BB962C8B-B14F-4D97-AF65-F5344CB8AC3E}">
        <p14:creationId xmlns:p14="http://schemas.microsoft.com/office/powerpoint/2010/main" val="3115325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415</Words>
  <Application>Microsoft Office PowerPoint</Application>
  <PresentationFormat>On-screen Show (4:3)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Andalus</vt:lpstr>
      <vt:lpstr>Arial</vt:lpstr>
      <vt:lpstr>Calibri</vt:lpstr>
      <vt:lpstr>Office Theme</vt:lpstr>
      <vt:lpstr>AI Solutions</vt:lpstr>
      <vt:lpstr> Strategic Overview</vt:lpstr>
      <vt:lpstr>Strategic Objectives</vt:lpstr>
      <vt:lpstr>Operating Model</vt:lpstr>
      <vt:lpstr>Finance Department</vt:lpstr>
      <vt:lpstr>Planning Department </vt:lpstr>
      <vt:lpstr>Design Department</vt:lpstr>
      <vt:lpstr>Execution  Department </vt:lpstr>
      <vt:lpstr>Supervisory AI</vt:lpstr>
      <vt:lpstr>KPIs</vt:lpstr>
      <vt:lpstr>- Digital Transformation  Initiatives مبادرات التحول الرقمي        - Some platforms and  systems بعض المنصات والأنظمة  </vt:lpstr>
      <vt:lpstr>- Digital Transformation  Initiatives مبادرات التحول الرقمي        - Some platforms and  systems بعض المنصات والأنظمة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Sami Alshammari</cp:lastModifiedBy>
  <cp:revision>2</cp:revision>
  <dcterms:created xsi:type="dcterms:W3CDTF">2013-01-27T09:14:16Z</dcterms:created>
  <dcterms:modified xsi:type="dcterms:W3CDTF">2026-01-11T10:05:20Z</dcterms:modified>
  <cp:category/>
</cp:coreProperties>
</file>